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1f35e330d6409b" /><Relationship Type="http://schemas.openxmlformats.org/officeDocument/2006/relationships/extended-properties" Target="/docProps/app.xml" Id="Rb9f10f284ff64bee" /><Relationship Type="http://schemas.openxmlformats.org/officeDocument/2006/relationships/officeDocument" Target="/ppt/presentation.xml" Id="Rb5712a123f1a4f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223cef70c24851"/>
  </p:sldMasterIdLst>
  <p:notesMasterIdLst>
    <p:notesMasterId xmlns:r="http://schemas.openxmlformats.org/officeDocument/2006/relationships" r:id="Rfd2cfb2a25d14171"/>
  </p:notesMasterIdLst>
  <p:sldIdLst>
    <p:sldId xmlns:r="http://schemas.openxmlformats.org/officeDocument/2006/relationships" id="256" r:id="Rde958dce79a34e64"/>
    <p:sldId xmlns:r="http://schemas.openxmlformats.org/officeDocument/2006/relationships" id="257" r:id="R57080b1c3fa643da"/>
    <p:sldId xmlns:r="http://schemas.openxmlformats.org/officeDocument/2006/relationships" id="258" r:id="Rc274f403c71f47ec"/>
    <p:sldId xmlns:r="http://schemas.openxmlformats.org/officeDocument/2006/relationships" id="259" r:id="R40785a2398554eab"/>
    <p:sldId xmlns:r="http://schemas.openxmlformats.org/officeDocument/2006/relationships" id="260" r:id="R34ccb60b711f4eca"/>
    <p:sldId xmlns:r="http://schemas.openxmlformats.org/officeDocument/2006/relationships" id="261" r:id="R321406c443f044ee"/>
    <p:sldId xmlns:r="http://schemas.openxmlformats.org/officeDocument/2006/relationships" id="262" r:id="R8d348fe1f22a4ec8"/>
    <p:sldId xmlns:r="http://schemas.openxmlformats.org/officeDocument/2006/relationships" id="263" r:id="Rf48df458a40f45d2"/>
    <p:sldId xmlns:r="http://schemas.openxmlformats.org/officeDocument/2006/relationships" id="264" r:id="R4d921909e521477c"/>
    <p:sldId xmlns:r="http://schemas.openxmlformats.org/officeDocument/2006/relationships" id="265" r:id="R45b42df9b82945f6"/>
    <p:sldId xmlns:r="http://schemas.openxmlformats.org/officeDocument/2006/relationships" id="266" r:id="R3b0d20ff5554484b"/>
    <p:sldId xmlns:r="http://schemas.openxmlformats.org/officeDocument/2006/relationships" id="267" r:id="R8b5815ff2a004b60"/>
    <p:sldId xmlns:r="http://schemas.openxmlformats.org/officeDocument/2006/relationships" id="268" r:id="Rf8e9a0f3155d4df0"/>
    <p:sldId xmlns:r="http://schemas.openxmlformats.org/officeDocument/2006/relationships" id="269" r:id="R8b1cf1c150094c13"/>
    <p:sldId xmlns:r="http://schemas.openxmlformats.org/officeDocument/2006/relationships" id="270" r:id="R8b999feccd3949d8"/>
    <p:sldId xmlns:r="http://schemas.openxmlformats.org/officeDocument/2006/relationships" id="271" r:id="R7acdcfd0e2ce4594"/>
    <p:sldId xmlns:r="http://schemas.openxmlformats.org/officeDocument/2006/relationships" id="272" r:id="R520c8417a9964a4f"/>
    <p:sldId xmlns:r="http://schemas.openxmlformats.org/officeDocument/2006/relationships" id="273" r:id="R92f9e49ac4f44e5e"/>
    <p:sldId xmlns:r="http://schemas.openxmlformats.org/officeDocument/2006/relationships" id="274" r:id="R2e7dc030d4204864"/>
    <p:sldId xmlns:r="http://schemas.openxmlformats.org/officeDocument/2006/relationships" id="275" r:id="R0f296a564b5e48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04f428647949a2" /><Relationship Type="http://schemas.openxmlformats.org/officeDocument/2006/relationships/slideMaster" Target="/ppt/slideMasters/slideMaster1.xml" Id="Rc1223cef70c24851" /><Relationship Type="http://schemas.openxmlformats.org/officeDocument/2006/relationships/notesMaster" Target="/ppt/notesMasters/notesMaster1.xml" Id="Rfd2cfb2a25d14171" /><Relationship Type="http://schemas.openxmlformats.org/officeDocument/2006/relationships/presProps" Target="/ppt/presProps.xml" Id="R2440df815aa445ca" /><Relationship Type="http://schemas.openxmlformats.org/officeDocument/2006/relationships/tableStyles" Target="/ppt/tableStyles.xml" Id="R3dbf04af2da64336" /><Relationship Type="http://schemas.openxmlformats.org/officeDocument/2006/relationships/slide" Target="/ppt/slides/slide1.xml" Id="Rde958dce79a34e64" /><Relationship Type="http://schemas.openxmlformats.org/officeDocument/2006/relationships/slide" Target="/ppt/slides/slide2.xml" Id="R57080b1c3fa643da" /><Relationship Type="http://schemas.openxmlformats.org/officeDocument/2006/relationships/slide" Target="/ppt/slides/slide3.xml" Id="Rc274f403c71f47ec" /><Relationship Type="http://schemas.openxmlformats.org/officeDocument/2006/relationships/slide" Target="/ppt/slides/slide4.xml" Id="R40785a2398554eab" /><Relationship Type="http://schemas.openxmlformats.org/officeDocument/2006/relationships/slide" Target="/ppt/slides/slide5.xml" Id="R34ccb60b711f4eca" /><Relationship Type="http://schemas.openxmlformats.org/officeDocument/2006/relationships/slide" Target="/ppt/slides/slide6.xml" Id="R321406c443f044ee" /><Relationship Type="http://schemas.openxmlformats.org/officeDocument/2006/relationships/slide" Target="/ppt/slides/slide7.xml" Id="R8d348fe1f22a4ec8" /><Relationship Type="http://schemas.openxmlformats.org/officeDocument/2006/relationships/slide" Target="/ppt/slides/slide8.xml" Id="Rf48df458a40f45d2" /><Relationship Type="http://schemas.openxmlformats.org/officeDocument/2006/relationships/slide" Target="/ppt/slides/slide9.xml" Id="R4d921909e521477c" /><Relationship Type="http://schemas.openxmlformats.org/officeDocument/2006/relationships/slide" Target="/ppt/slides/slide10.xml" Id="R45b42df9b82945f6" /><Relationship Type="http://schemas.openxmlformats.org/officeDocument/2006/relationships/slide" Target="/ppt/slides/slide11.xml" Id="R3b0d20ff5554484b" /><Relationship Type="http://schemas.openxmlformats.org/officeDocument/2006/relationships/slide" Target="/ppt/slides/slide12.xml" Id="R8b5815ff2a004b60" /><Relationship Type="http://schemas.openxmlformats.org/officeDocument/2006/relationships/slide" Target="/ppt/slides/slide13.xml" Id="Rf8e9a0f3155d4df0" /><Relationship Type="http://schemas.openxmlformats.org/officeDocument/2006/relationships/slide" Target="/ppt/slides/slide14.xml" Id="R8b1cf1c150094c13" /><Relationship Type="http://schemas.openxmlformats.org/officeDocument/2006/relationships/slide" Target="/ppt/slides/slide15.xml" Id="R8b999feccd3949d8" /><Relationship Type="http://schemas.openxmlformats.org/officeDocument/2006/relationships/slide" Target="/ppt/slides/slide16.xml" Id="R7acdcfd0e2ce4594" /><Relationship Type="http://schemas.openxmlformats.org/officeDocument/2006/relationships/slide" Target="/ppt/slides/slide17.xml" Id="R520c8417a9964a4f" /><Relationship Type="http://schemas.openxmlformats.org/officeDocument/2006/relationships/slide" Target="/ppt/slides/slide18.xml" Id="R92f9e49ac4f44e5e" /><Relationship Type="http://schemas.openxmlformats.org/officeDocument/2006/relationships/slide" Target="/ppt/slides/slide19.xml" Id="R2e7dc030d4204864" /><Relationship Type="http://schemas.openxmlformats.org/officeDocument/2006/relationships/slide" Target="/ppt/slides/slide20.xml" Id="R0f296a564b5e48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1b613bc19e44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dc73ce0b4486c" /><Relationship Type="http://schemas.openxmlformats.org/officeDocument/2006/relationships/notesMaster" Target="/ppt/notesMasters/notesMaster1.xml" Id="R643ad424902648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3c70ae0682488e" /><Relationship Type="http://schemas.openxmlformats.org/officeDocument/2006/relationships/notesMaster" Target="/ppt/notesMasters/notesMaster1.xml" Id="R254dc023869c4a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621c6d09b5456f" /><Relationship Type="http://schemas.openxmlformats.org/officeDocument/2006/relationships/notesMaster" Target="/ppt/notesMasters/notesMaster1.xml" Id="Rd8b376d297f146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d8cf9bf40e4f4e" /><Relationship Type="http://schemas.openxmlformats.org/officeDocument/2006/relationships/notesMaster" Target="/ppt/notesMasters/notesMaster1.xml" Id="Rafe3b80b4b674d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891e8149eb4505" /><Relationship Type="http://schemas.openxmlformats.org/officeDocument/2006/relationships/notesMaster" Target="/ppt/notesMasters/notesMaster1.xml" Id="R9aecacbc57154b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4f6fb7e38d418e" /><Relationship Type="http://schemas.openxmlformats.org/officeDocument/2006/relationships/notesMaster" Target="/ppt/notesMasters/notesMaster1.xml" Id="R893c147592404e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e63b184a844cc1" /><Relationship Type="http://schemas.openxmlformats.org/officeDocument/2006/relationships/notesMaster" Target="/ppt/notesMasters/notesMaster1.xml" Id="R5c8832891c3340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bfc3897bd549ff" /><Relationship Type="http://schemas.openxmlformats.org/officeDocument/2006/relationships/notesMaster" Target="/ppt/notesMasters/notesMaster1.xml" Id="R37d1052d1b214a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85dc799c83482d" /><Relationship Type="http://schemas.openxmlformats.org/officeDocument/2006/relationships/notesMaster" Target="/ppt/notesMasters/notesMaster1.xml" Id="R2f93b8033d864f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eabbfad0e54d62" /><Relationship Type="http://schemas.openxmlformats.org/officeDocument/2006/relationships/notesMaster" Target="/ppt/notesMasters/notesMaster1.xml" Id="R0ef399852d194a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0a4c2b54be474c" /><Relationship Type="http://schemas.openxmlformats.org/officeDocument/2006/relationships/notesMaster" Target="/ppt/notesMasters/notesMaster1.xml" Id="R3e5d8ca8cda24c4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29f57556e64d70" /><Relationship Type="http://schemas.openxmlformats.org/officeDocument/2006/relationships/notesMaster" Target="/ppt/notesMasters/notesMaster1.xml" Id="R38a4fe427cb94a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ac2f8d2b23453a" /><Relationship Type="http://schemas.openxmlformats.org/officeDocument/2006/relationships/notesMaster" Target="/ppt/notesMasters/notesMaster1.xml" Id="R06bcb43eea5042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43ee6ec6244a5f" /><Relationship Type="http://schemas.openxmlformats.org/officeDocument/2006/relationships/notesMaster" Target="/ppt/notesMasters/notesMaster1.xml" Id="Ra3f42af49bdd46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fd9eb4973840b7" /><Relationship Type="http://schemas.openxmlformats.org/officeDocument/2006/relationships/notesMaster" Target="/ppt/notesMasters/notesMaster1.xml" Id="Rb78327190ca54b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c2755fdf3d2464f" /><Relationship Type="http://schemas.openxmlformats.org/officeDocument/2006/relationships/notesMaster" Target="/ppt/notesMasters/notesMaster1.xml" Id="R9fc9ac3c238648f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360e309eb8406a" /><Relationship Type="http://schemas.openxmlformats.org/officeDocument/2006/relationships/notesMaster" Target="/ppt/notesMasters/notesMaster1.xml" Id="R5132cb5709e2481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bbb683cc824f6a" /><Relationship Type="http://schemas.openxmlformats.org/officeDocument/2006/relationships/notesMaster" Target="/ppt/notesMasters/notesMaster1.xml" Id="Ra439b3f36d2a49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285fd9dafc4e4b" /><Relationship Type="http://schemas.openxmlformats.org/officeDocument/2006/relationships/notesMaster" Target="/ppt/notesMasters/notesMaster1.xml" Id="R0b1b1d49f8e84b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cd866ef1384470" /><Relationship Type="http://schemas.openxmlformats.org/officeDocument/2006/relationships/notesMaster" Target="/ppt/notesMasters/notesMaster1.xml" Id="Re5eee270064342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시작 전에 리더의 집게 손잡이를 움직여 팔로워가 따라오는 모습을 짧게 시연한다. 오늘의 질문은 이것이 어떻게 가능한가이다.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학생에게 집게를 열라고 말하면 누구를 움직일지 바로 알지만 컴퓨터는 장치 번호와 목표값이 필요하다고 설명한다.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리더를 사람이 움직이고 센서는 위치를 읽는다. 리더가 팔로워를 기계적으로 끌어당기는 것은 아니다. 힘의 되먹임을 제공한다고 설명하지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https://huggingface.co/datasets/huggingface/documentation-images/resolve/main/lerobot/SO101_Leader.webp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팔로워는 적절한 전원으로 구동한다. 사진의 부품 배치와 실제 키트가 다를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https://huggingface.co/datasets/huggingface/documentation-images/resolve/main/lerobot/SO101_Follower.webp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USB 연결 성공과 모터 구동 성공은 다르다. 모터 정격 전압과 어댑터를 확인하며 LED만으로 모든 전원이 정상이라고 단정하지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사람이 글을 쓰는 도구와 메시지를 전달하는 장치를 구분하듯 설명한다. 가상환경은 실습용 도구를 따로 모아 두는 공간이다. 설치 명령어는 기존 실습 가이드를 사용한다.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 번호는 예시이며 고정되지 않는다. 블루투스 직렬 포트와 구분한다. COM은 한 팔의 제어 보드 연결을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 번호와 모터 ID를 대조한다. COM은 팔의 연결, ID는 그 팔 안의 관절이다. 리더의 6번은 조종 손잡이에 해당한다.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출석번호가 모두 1번인 반을 예로 들고 한 명씩 이름을 확인해 번호를 붙이는 비유를 쓴다. 모터 케이블을 바꿀 때는 전원을 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baudrate를 모터 회전 속도로 오해하지 않도록 한다. 버전이 섞여 연결 오류가 발생하면 교사가 공식 절차로 확인한다. 학생에게 무조건 최신 버전 업데이트를 요구하지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읽기와 움직이기를 구분한다. 모터 전원이나 토크 문제가 있어도 센서값을 읽을 수 있는 경우가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캘리브레이션을 모터 성능 향상이나 고장 수리로 설명하지 않는다. 기준과 범위 설정으로 위치값 해석을 맞추는 과정이다.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숫자 예시를 실제 결과로 단정하지 않는다. 큰 움직임은 조립 방향, 보정 파일, 시작 자세 등의 문제로 발생할 수 있다. 학생에게 자신의 팔꿈치 기준 방향을 비교하게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 범위와 기계적 끝을 구분한다. 기본 wrist_roll은 별도 처리되어 범위 기록 표에서 빠질 수 있다. 범위 기록이 모든 충돌을 자동으로 막아주지는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4095에서 0으로 넘어가는 현상 자체만으로 고장은 아니다. 자료의 비유는 순환하는 숫자의 개념을 설명한다. 소프트웨어 기준과 보정이 맞는지 확인해야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카메라 없이 관절 위치값을 전달하는 실습이다. 로봇이 스스로 작업을 판단하는 단계로 설명하지 않는다. 프로그램은 이 과정을 반복한다.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예시 각도는 설명용이다. 모든 관절과 집게가 같은 단위나 같은 범위로 동작한다고 설명하지 않는다. 실제 지연, 힘의 한계, 오차가 있을 수 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소프트웨어가 끊기면 모터 토크가 남을 수 있다. 교사가 전원 차단을 준비하고 팔이 떨어지지 않도록 안전한 받침을 확보한다. 속도나 목표 변화 제한은 충돌 방지 보장이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교사가 정상 설정된 팔로 시연한다. 교육 목적의 잘못된 ID나 보정값을 실제로 쓰지 않는다. 학생이 원인을 말로 설명하게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질문: COM과 모터 ID는 어떻게 다른가? 같은 ID를 여러 모터가 가지면 무엇이 문제인가? 캘리브레이션을 끝내도 구동 확인을 왜 해야 하는가?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https://huggingface.co/docs/lerobot/so101</a:t>
            </a:r>
          </a:p>
          <a:p xmlns:a="http://schemas.openxmlformats.org/drawingml/2006/main">
            <a:r>
              <a:t>수업용 비유와 숫자 예시는 설명 목적으로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3308806a64a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48444d901c49b8" /><Relationship Type="http://schemas.openxmlformats.org/officeDocument/2006/relationships/slideLayout" Target="/ppt/slideLayouts/slideLayout1.xml" Id="Rdaff01ef3ee949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ff01ef3ee949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ec7ffb87140ff" /><Relationship Type="http://schemas.openxmlformats.org/officeDocument/2006/relationships/notesSlide" Target="/ppt/notesSlides/notesSlide1.xml" Id="Re57f4a3405c74c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27a62f3bb4823" /><Relationship Type="http://schemas.openxmlformats.org/officeDocument/2006/relationships/notesSlide" Target="/ppt/notesSlides/notesSlide2.xml" Id="R8543c552440646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f21e660514bce" /><Relationship Type="http://schemas.openxmlformats.org/officeDocument/2006/relationships/image" Target="/ppt/media/image.bin" Id="R639aa6e299604e68" /><Relationship Type="http://schemas.openxmlformats.org/officeDocument/2006/relationships/notesSlide" Target="/ppt/notesSlides/notesSlide3.xml" Id="R229a19db8fc741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7d7bad57724757" /><Relationship Type="http://schemas.openxmlformats.org/officeDocument/2006/relationships/notesSlide" Target="/ppt/notesSlides/notesSlide4.xml" Id="Rf1545069e64846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379e4225a48ee" /><Relationship Type="http://schemas.openxmlformats.org/officeDocument/2006/relationships/notesSlide" Target="/ppt/notesSlides/notesSlide5.xml" Id="Rd51aa1bf0eb748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1b59d03ab41a7" /><Relationship Type="http://schemas.openxmlformats.org/officeDocument/2006/relationships/notesSlide" Target="/ppt/notesSlides/notesSlide6.xml" Id="R1d8e73191dfa4d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1f55e5b36439a" /><Relationship Type="http://schemas.openxmlformats.org/officeDocument/2006/relationships/notesSlide" Target="/ppt/notesSlides/notesSlide7.xml" Id="Rb3ad315bb2444c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fe750694f04486" /><Relationship Type="http://schemas.openxmlformats.org/officeDocument/2006/relationships/notesSlide" Target="/ppt/notesSlides/notesSlide8.xml" Id="Rb35d163c91bb4b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ffe80a0154c24" /><Relationship Type="http://schemas.openxmlformats.org/officeDocument/2006/relationships/notesSlide" Target="/ppt/notesSlides/notesSlide9.xml" Id="Ree4c99477bc54e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10ec1d81043de" /><Relationship Type="http://schemas.openxmlformats.org/officeDocument/2006/relationships/notesSlide" Target="/ppt/notesSlides/notesSlide10.xml" Id="R1c048678c57648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14f974794462c" /><Relationship Type="http://schemas.openxmlformats.org/officeDocument/2006/relationships/notesSlide" Target="/ppt/notesSlides/notesSlide11.xml" Id="R127c4bb93ccc45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c1ae4a40242c4" /><Relationship Type="http://schemas.openxmlformats.org/officeDocument/2006/relationships/notesSlide" Target="/ppt/notesSlides/notesSlide12.xml" Id="R74c11a93274f40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58374ddaf44ff" /><Relationship Type="http://schemas.openxmlformats.org/officeDocument/2006/relationships/notesSlide" Target="/ppt/notesSlides/notesSlide13.xml" Id="Rd70d4a447a2e4a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14641e8094d05" /><Relationship Type="http://schemas.openxmlformats.org/officeDocument/2006/relationships/notesSlide" Target="/ppt/notesSlides/notesSlide14.xml" Id="R478a4cd0c1dd4c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5bbedd9554a84" /><Relationship Type="http://schemas.openxmlformats.org/officeDocument/2006/relationships/notesSlide" Target="/ppt/notesSlides/notesSlide15.xml" Id="R203c3b2023d147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fd648775d4fd1" /><Relationship Type="http://schemas.openxmlformats.org/officeDocument/2006/relationships/notesSlide" Target="/ppt/notesSlides/notesSlide16.xml" Id="R586fab75556742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8f692db334fe7" /><Relationship Type="http://schemas.openxmlformats.org/officeDocument/2006/relationships/notesSlide" Target="/ppt/notesSlides/notesSlide17.xml" Id="R60c856475abc47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eda8846a14601" /><Relationship Type="http://schemas.openxmlformats.org/officeDocument/2006/relationships/notesSlide" Target="/ppt/notesSlides/notesSlide18.xml" Id="R81548a01cd9c49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2ab63b7384b16" /><Relationship Type="http://schemas.openxmlformats.org/officeDocument/2006/relationships/notesSlide" Target="/ppt/notesSlides/notesSlide19.xml" Id="R1c13ca02354644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90fa6831e46ea" /><Relationship Type="http://schemas.openxmlformats.org/officeDocument/2006/relationships/notesSlide" Target="/ppt/notesSlides/notesSlide20.xml" Id="Rb90904558ab243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20096-1338-4DF1-8408-DC0419FA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4125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SO-101 로봇팔의 작동 원리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94715-4DAE-4407-9477-8D0F7A48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연결부터 텔레오피까지, 각 단계가 필요한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74491-B605-46DD-9CCF-A1129E06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사람의 움직임을 다른 로봇팔에 전달하는 실습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D4F3F-B206-4EEC-AFFB-DBC4DB60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7894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D52BD-81C5-454F-97ED-C3291905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사람의 말을 움직임으로 바꾸기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47988-2706-450E-8678-81263238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우리가 원하는 동작: 집게를 조금 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50703-DF25-407D-A1AF-8801B602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컴퓨터는 어느 모터를 움직일지 알아야 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9AD80-C924-4252-9DEC-5AC436AF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지금 위치와 목표 위치도 알아야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5D5BB-4315-48B7-88EE-5F63F14C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연결과 보정은 이 정보를 준비하는 과정이다.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0C8D0-BBBF-4DDA-9936-F3BF73D7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4405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37D1C-CB72-406F-AAE4-34D0AAB9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리더암: 사람이 조종하는 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E85ED-FB99-4CA6-A5B1-5F74DC0B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71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손으로 움직이면 센서가 관절 위치를 읽는다.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C148F-2B63-474F-AE9F-01B01EAD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조종 손잡이처럼 사람이 원하는 자세를 만든다.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1B0142-C29A-4E5F-818B-7E57430D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컴퓨터는 관절마다 위치값을 받는다.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aa6e299604e68"/>
          <a:stretch xmlns:a="http://schemas.openxmlformats.org/drawingml/2006/main"/>
        </p:blipFill>
        <p:spPr>
          <a:xfrm xmlns:a="http://schemas.openxmlformats.org/drawingml/2006/main">
            <a:off x="6953250" y="2059781"/>
            <a:ext cx="4476750" cy="335756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5100F-374E-403A-A73C-EBAD85F3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3057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9F936-8ADC-419F-ACCD-4D8894AF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팔로워암: 움직임을 실행하는 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4BFE2-23C9-4D12-A30F-4678C859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71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컴퓨터가 보내는 목표를 모터가 따라간다.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6E7A4-1C54-4E7D-A97F-4B84F11E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모터가 팔을 움직이고 집게를 열거나 닫는다.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96C23-FB48-4DEE-9F1C-59D97E43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센서는 실제로 어디까지 움직였는지 알려준다.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0E078-A22B-44EB-96DE-7EF015BC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목표 위치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E3001-37F3-45D2-AD22-5AEB14AD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905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실제 위치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A6FEA-FFEB-4375-82A8-E228976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센서로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7093D-E231-46B9-8BFF-CABE5330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8862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47224-E43E-4A9F-A786-86BEC463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USB와 전원선의 역할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EF548-78FE-4B70-BF32-F23AA83F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대화하는 길과 움직일 에너지가 따로 필요하다.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F1BD2-DF8B-41C3-86EA-53237967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USB는 노트북과 제어 보드 사이에서 데이터를 전달한다.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89E7E-36FF-4C86-8D73-4BF852AE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전원 어댑터는 모터가 움직일 에너지를 공급한다.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C65C6-290F-4492-90D5-69A4D937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USB 인식만으로 모터 전원까지 확인한 것은 아니다.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61863-94FF-4145-A4E9-79E53954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381953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0145E-63D3-41C9-A368-2DC82EA3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제어 보드와 프로그램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FB326-80A9-4F17-A7B0-893748B5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노트북과 모터 사이를 연결하는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B5E3A-5935-470B-A2F5-D600313E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제어 보드는 USB 데이터를 모터 통신으로 전달한다.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A97BA-36F7-436D-8E34-DA9AACBD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Python은 실습 프로그램을 실행한다.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0DDB2-F359-4078-8903-980FE519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LeRobot은 연결, 보정, 조종에 필요한 기능을 제공한다.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2B8ED-66F5-4D4C-B79C-23306CC4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108800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0020D-31C4-495B-90CC-E649F994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COM 포트: 어느 팔과 연결할까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B606D-60EA-426B-B08A-085D854A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노트북이 연결된 장치를 구분하는 이름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FE12E-18C3-4E05-8645-B8E28668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예: 리더는 COM10, 팔로워는 COM11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E7786-2E75-4100-9DB0-7BB35476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USB를 하나씩 뺐다 연결하면 어느 팔인지 찾을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02A5F-6578-45F2-AC78-55780C2A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다른 노트북에서는 COM 번호가 달라질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877A1-EC4C-491A-81B0-05889A86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76682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AEC05-CEC9-41F7-AFE1-C7870732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모터 ID: 어느 관절을 움직일까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86AC5-6352-4675-A5DE-5E8B6893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한 팔 안에서 사용하는 출석번호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AE3E2-8261-4971-92C2-C19E3B08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1번 밑부분 회전 / 2번 어깨 / 3번 팔꿈치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1D3327-7669-4C29-881C-C92DEAFB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4번 손목 굽힘 / 5번 손목 회전 / 6번 집게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948E0-B3D8-44E6-B448-031306BB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6번에 보낸 명령은 집게 모터가 받아야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CC5B2-F223-4594-B7D1-F35966AE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765493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5DB36B-02A7-4461-9433-D62D4836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한 개씩 번호를 지정하는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7CF07-8004-4C2F-95DC-BA6078DF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같은 번호를 가진 모터가 여러 개면 구분하기 어렵다.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02944-F9BA-4581-8CED-95D6272D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새 모터들은 같은 초기 ID를 가질 수 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06403-2AFE-4950-AC9E-8492F300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설정할 모터 한 개만 연결하고 번호를 지정한다.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4B549-B320-422F-B14C-C7F7CA00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설정이 끝나면 각 모터를 다시 이어 연결한다.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3A95D-03B0-46E5-A1B3-5D325273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653832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A1465-55D6-40DD-98A1-7F4A94C4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통신 속도와 펌웨어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60EF7-528C-4835-8B95-A07B74E0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대화 규칙과 모터 내부 프로그램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96E67-8113-4EF0-A5A2-081345F2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Baudrate는 데이터를 주고받는 속도 설정이다.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E075A-9920-47FC-A0CE-24C7F2A4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연결된 모터와 제어 프로그램의 속도가 맞아야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48CDE-A1A2-41A0-BF24-768424CA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펌웨어는 모터 안에서 동작하는 프로그램이다.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6C20C-5F4C-4322-9EA9-4EAEC0DB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35250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1B957-2CEC-497A-86AC-A6CCFE4F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센서가 읽는 위치값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DB898-5F2B-42AF-816C-C650906F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관절 위치를 숫자로 나타낸다.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E74CC-92AA-4970-A59E-C4898B70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손으로 관절을 움직이면 센서값이 바뀐다.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5A1C5-0308-43DF-877E-14D364D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컴퓨터는 이 숫자로 현재 자세를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2FCF2-20CC-41AB-B13D-EBC7658A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숫자가 변해도 모터 구동까지 정상이라는 뜻은 아니다.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E66C0-3DF7-4728-846E-93500AED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911078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DD927-C80F-4049-8FD6-6DE9DFFA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캘리브레이션: 기준 맞추기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C9818-C4A3-47B2-85AC-68206F34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두 사람이 같은 자의 눈금을 쓰도록 맞추는 작업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E6290-5AA4-4148-8BC2-7925317A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조립 상태가 다르면 같은 자세의 원시값도 다를 수 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BDEEA-2444-4AB3-99A9-9466B979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각 팔의 기준 위치와 움직임 범위를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340CB-ABF1-448C-8FDF-7421CA17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컴퓨터가 두 팔의 위치값을 비교할 기준을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4FF47-B50F-4C73-86D4-E4B695A4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92412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2C217-F3FF-4A36-B58B-CC27B334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기준이 어긋난 경우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6D9E8-2662-4BC2-A14A-685A4812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같은 숫자를 서로 다른 자세로 해석할 수 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558D1-BC97-4578-8431-76E55D0C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설명 예: 리더는 수평인데 팔로워는 위쪽을 가리킨다.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A1709-AC69-4B3E-AFC3-75D0FCD6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실행하자마자 목표 자세로 크게 움직일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3FBA9-140E-4ECE-96BC-751BDAD9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중간 자세를 잡고 양쪽 팔을 각각 보정한다.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49261-EBC3-4CA6-B78C-66DCDE38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628271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C4AD2-C5FE-4341-B8F1-484EA121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움직임 범위를 기록하는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291E5-CFE1-4CC3-85C3-800FE901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관절이 움직일 수 있는 양쪽 끝을 확인한다.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E4147F-366B-433D-B803-D4279448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MIN: 기록한 최솟값 / POS: 현재값 / MAX: 최댓값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BAF3B-FE00-4E56-B2A6-B2D6F9F5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관절을 천천히 움직이며 사용 범위를 측정한다.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BDB74-8187-4C58-9E1B-72226475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끝에 닿았을 때 더 세게 밀면 부품이 손상될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631F4-3229-4B30-893D-A36B05AD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132627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52D52-EF80-4C24-B460-3CDA03FA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위치값이 4095에서 0으로 바뀌는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35FA4-5004-4077-AC29-2907953A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시계가 12시를 지나 1시가 되는 것과 비슷하다.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35EF1-A006-4E47-A4DA-AEE8AFF8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한 회전의 위치를 0~4095로 나타내는 경우다.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6C980-042F-440A-8748-4058A6E2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경계를 지나면 숫자는 커지다가 다시 작아진다.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A0FCDC-5F62-41EA-85AF-0E5A21E6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움직임이 조금인데 숫자 차이는 크게 보일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8783C0-719D-4218-A394-CFCE359E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089487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798A2-8139-4956-A5CA-139C6D4B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텔레오피: 사람이 움직임을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0EA23-C3F2-44A2-8FDB-516F7569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Teleoperation은 원격 조종이라는 뜻이다.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8ADBC-C710-4006-8FF0-C284AEF3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1. 사람이 리더암을 움직인다.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81643-F245-40E5-A433-02A73DB0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2. 컴퓨터가 리더 관절 위치를 읽는다.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8F77E-71EB-4C1F-B429-1A44DFA2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3. 대응하는 목표를 팔로워에 보낸다.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5634B-5A40-4DB5-8A1F-C41280FD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4. 팔로워 모터가 목표 자세를 따라간다.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E7268-6246-422E-B7F6-212AA2F6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973962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BE851-B92B-4287-8DBC-837C843A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서보 모터의 목표와 현재 위치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6CC26-9748-4F0C-A2A8-784EE990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센서값을 확인하며 목표에 가까워지도록 조절한다.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9C4546-DB74-4B44-8BC4-E2199D8C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설명 예: 현재 20도, 목표 30도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FBD44-4D44-4065-A761-D1E432FD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모터가 움직인 뒤 센서가 실제 위치를 다시 읽는다.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1BB1A-73E9-4342-B258-8345F253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목표에 가까워지면 위치 오차가 작아진다.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29DA9-0252-4D4A-B81E-D56349E7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170978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518F2-D1D1-4629-AF45-FFFD5E07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처음에는 작게 움직이는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EF16E-B8C6-4EA1-A569-970C5EF1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연결과 기준이 맞는지 안전하게 확인한다.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33A0C-4D7A-4442-ABAD-9B9BCAC4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팔을 고정하고 관절 주변에 손을 넣지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69E8F-C786-4C0E-832A-28A693CB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한 관절씩 작은 움직임으로 따라오는지 확인한다.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2FEE9-1D67-470C-9261-4031B1A1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걸림, 이상 소음, 과부하가 생기면 즉시 멈춘다.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DD6B9-D710-45C7-A1CB-40854BD1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085874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67E85-6B08-4E3B-B3C9-F6A762B7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오늘의 확인 실험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7A208-EC60-435F-A9E8-7330E719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리더 손목을 조금 움직이면 어느 모터가 따라올까?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55279-AF59-4657-AADD-18819F81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관절 번호를 먼저 예상하고 작은 범위에서 확인한다.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02F15-CCBD-4E0B-A539-3751CF6B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번호가 틀리면 다른 관절에 명령이 전달될 수 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12E3C-D8E4-4B1D-8126-C8D4A872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기준이 틀리면 대응하는 자세가 어긋날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2B891-55D7-4CC1-83E8-14F418F6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279363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312002-EDAD-4791-8DEC-E32EB3C1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3F35"/>
                </a:solidFill>
                <a:latin typeface="Malgun Gothic"/>
                <a:ea typeface="Malgun Gothic"/>
                <a:cs typeface="Malgun Gothic"/>
              </a:rPr>
              <a:t>실습 단계마다 준비하는 정보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84CA6-AD40-4456-A43A-2CC316A2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4638D"/>
                </a:solidFill>
                <a:latin typeface="Malgun Gothic"/>
                <a:ea typeface="Malgun Gothic"/>
                <a:cs typeface="Malgun Gothic"/>
              </a:rPr>
              <a:t>연결, 번호, 기준을 맞추면 조종을 확인할 수 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FD60F-E2DE-49B2-B682-0F1E972A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COM 포트 확인: 어떤 팔과 대화하는가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BEE29-5425-4921-AD68-484D846F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모터 ID 지정: 어느 관절에 명령을 보내는가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872B9-A0A1-44D2-BB88-61DC4ADA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캘리브레이션: 위치값을 어떤 기준으로 해석하는가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5B6CD-CE6A-4E3F-A75F-3DB5D32C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626"/>
                </a:solidFill>
                <a:latin typeface="Malgun Gothic"/>
                <a:ea typeface="Malgun Gothic"/>
                <a:cs typeface="Malgun Gothic"/>
              </a:rPr>
              <a:t>텔레오피: 사람의 움직임을 다른 팔에 전달하기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37954-AFFB-4B00-9F44-9B4C6D78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77777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03846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2026-10-02T04:00:48.1270000Z</dcterms:created>
  <dcterms:modified xsi:type="dcterms:W3CDTF">2026-10-02T04:00:48.1270000Z</dcterms:modified>
</coreProperties>
</file>