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d5f79ab9104256" /><Relationship Type="http://schemas.openxmlformats.org/officeDocument/2006/relationships/extended-properties" Target="/docProps/app.xml" Id="R10a0236fda4c4ce2" /><Relationship Type="http://schemas.openxmlformats.org/officeDocument/2006/relationships/officeDocument" Target="/ppt/presentation.xml" Id="R72558acc18eb4e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bd3af5282644c4"/>
  </p:sldMasterIdLst>
  <p:notesMasterIdLst>
    <p:notesMasterId xmlns:r="http://schemas.openxmlformats.org/officeDocument/2006/relationships" r:id="R3d896ac8fdfa414e"/>
  </p:notesMasterIdLst>
  <p:sldIdLst>
    <p:sldId xmlns:r="http://schemas.openxmlformats.org/officeDocument/2006/relationships" id="256" r:id="Rf711e7c8b747475d"/>
    <p:sldId xmlns:r="http://schemas.openxmlformats.org/officeDocument/2006/relationships" id="257" r:id="R28c042407ea3446f"/>
    <p:sldId xmlns:r="http://schemas.openxmlformats.org/officeDocument/2006/relationships" id="258" r:id="R088058f470d7490e"/>
    <p:sldId xmlns:r="http://schemas.openxmlformats.org/officeDocument/2006/relationships" id="259" r:id="Rf4785cdff6424bcf"/>
    <p:sldId xmlns:r="http://schemas.openxmlformats.org/officeDocument/2006/relationships" id="260" r:id="R4955c54199a54261"/>
    <p:sldId xmlns:r="http://schemas.openxmlformats.org/officeDocument/2006/relationships" id="261" r:id="R0b8caaa2e61f4839"/>
    <p:sldId xmlns:r="http://schemas.openxmlformats.org/officeDocument/2006/relationships" id="262" r:id="Rf4cc8194de4c4a94"/>
    <p:sldId xmlns:r="http://schemas.openxmlformats.org/officeDocument/2006/relationships" id="263" r:id="Rdbc1f6af82084345"/>
    <p:sldId xmlns:r="http://schemas.openxmlformats.org/officeDocument/2006/relationships" id="264" r:id="Rd9dc2eac3a964f61"/>
    <p:sldId xmlns:r="http://schemas.openxmlformats.org/officeDocument/2006/relationships" id="265" r:id="R93662625dc384148"/>
    <p:sldId xmlns:r="http://schemas.openxmlformats.org/officeDocument/2006/relationships" id="266" r:id="Rbe4c3de3998b487a"/>
    <p:sldId xmlns:r="http://schemas.openxmlformats.org/officeDocument/2006/relationships" id="267" r:id="R8f42e88d57924eb3"/>
    <p:sldId xmlns:r="http://schemas.openxmlformats.org/officeDocument/2006/relationships" id="268" r:id="R019498b2d10943fc"/>
    <p:sldId xmlns:r="http://schemas.openxmlformats.org/officeDocument/2006/relationships" id="269" r:id="R3ab861f609a146af"/>
    <p:sldId xmlns:r="http://schemas.openxmlformats.org/officeDocument/2006/relationships" id="270" r:id="R1915199ebe8b4fd1"/>
    <p:sldId xmlns:r="http://schemas.openxmlformats.org/officeDocument/2006/relationships" id="271" r:id="R34a63dc18f8b4490"/>
    <p:sldId xmlns:r="http://schemas.openxmlformats.org/officeDocument/2006/relationships" id="272" r:id="Rb12535401d8646ea"/>
    <p:sldId xmlns:r="http://schemas.openxmlformats.org/officeDocument/2006/relationships" id="273" r:id="Rb0b4caf698a945a9"/>
    <p:sldId xmlns:r="http://schemas.openxmlformats.org/officeDocument/2006/relationships" id="274" r:id="R57969a7533a34c9a"/>
    <p:sldId xmlns:r="http://schemas.openxmlformats.org/officeDocument/2006/relationships" id="275" r:id="Rebdfd95cd9a247d2"/>
    <p:sldId xmlns:r="http://schemas.openxmlformats.org/officeDocument/2006/relationships" id="276" r:id="Rc2c18c992b8e41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c97cf530064a6d" /><Relationship Type="http://schemas.openxmlformats.org/officeDocument/2006/relationships/slideMaster" Target="/ppt/slideMasters/slideMaster1.xml" Id="R1cbd3af5282644c4" /><Relationship Type="http://schemas.openxmlformats.org/officeDocument/2006/relationships/notesMaster" Target="/ppt/notesMasters/notesMaster1.xml" Id="R3d896ac8fdfa414e" /><Relationship Type="http://schemas.openxmlformats.org/officeDocument/2006/relationships/presProps" Target="/ppt/presProps.xml" Id="R73abffb47c1e4ad8" /><Relationship Type="http://schemas.openxmlformats.org/officeDocument/2006/relationships/tableStyles" Target="/ppt/tableStyles.xml" Id="R7a77bef2d36642ea" /><Relationship Type="http://schemas.openxmlformats.org/officeDocument/2006/relationships/slide" Target="/ppt/slides/slide1.xml" Id="Rf711e7c8b747475d" /><Relationship Type="http://schemas.openxmlformats.org/officeDocument/2006/relationships/slide" Target="/ppt/slides/slide2.xml" Id="R28c042407ea3446f" /><Relationship Type="http://schemas.openxmlformats.org/officeDocument/2006/relationships/slide" Target="/ppt/slides/slide3.xml" Id="R088058f470d7490e" /><Relationship Type="http://schemas.openxmlformats.org/officeDocument/2006/relationships/slide" Target="/ppt/slides/slide4.xml" Id="Rf4785cdff6424bcf" /><Relationship Type="http://schemas.openxmlformats.org/officeDocument/2006/relationships/slide" Target="/ppt/slides/slide5.xml" Id="R4955c54199a54261" /><Relationship Type="http://schemas.openxmlformats.org/officeDocument/2006/relationships/slide" Target="/ppt/slides/slide6.xml" Id="R0b8caaa2e61f4839" /><Relationship Type="http://schemas.openxmlformats.org/officeDocument/2006/relationships/slide" Target="/ppt/slides/slide7.xml" Id="Rf4cc8194de4c4a94" /><Relationship Type="http://schemas.openxmlformats.org/officeDocument/2006/relationships/slide" Target="/ppt/slides/slide8.xml" Id="Rdbc1f6af82084345" /><Relationship Type="http://schemas.openxmlformats.org/officeDocument/2006/relationships/slide" Target="/ppt/slides/slide9.xml" Id="Rd9dc2eac3a964f61" /><Relationship Type="http://schemas.openxmlformats.org/officeDocument/2006/relationships/slide" Target="/ppt/slides/slide10.xml" Id="R93662625dc384148" /><Relationship Type="http://schemas.openxmlformats.org/officeDocument/2006/relationships/slide" Target="/ppt/slides/slide11.xml" Id="Rbe4c3de3998b487a" /><Relationship Type="http://schemas.openxmlformats.org/officeDocument/2006/relationships/slide" Target="/ppt/slides/slide12.xml" Id="R8f42e88d57924eb3" /><Relationship Type="http://schemas.openxmlformats.org/officeDocument/2006/relationships/slide" Target="/ppt/slides/slide13.xml" Id="R019498b2d10943fc" /><Relationship Type="http://schemas.openxmlformats.org/officeDocument/2006/relationships/slide" Target="/ppt/slides/slide14.xml" Id="R3ab861f609a146af" /><Relationship Type="http://schemas.openxmlformats.org/officeDocument/2006/relationships/slide" Target="/ppt/slides/slide15.xml" Id="R1915199ebe8b4fd1" /><Relationship Type="http://schemas.openxmlformats.org/officeDocument/2006/relationships/slide" Target="/ppt/slides/slide16.xml" Id="R34a63dc18f8b4490" /><Relationship Type="http://schemas.openxmlformats.org/officeDocument/2006/relationships/slide" Target="/ppt/slides/slide17.xml" Id="Rb12535401d8646ea" /><Relationship Type="http://schemas.openxmlformats.org/officeDocument/2006/relationships/slide" Target="/ppt/slides/slide18.xml" Id="Rb0b4caf698a945a9" /><Relationship Type="http://schemas.openxmlformats.org/officeDocument/2006/relationships/slide" Target="/ppt/slides/slide19.xml" Id="R57969a7533a34c9a" /><Relationship Type="http://schemas.openxmlformats.org/officeDocument/2006/relationships/slide" Target="/ppt/slides/slide20.xml" Id="Rebdfd95cd9a247d2" /><Relationship Type="http://schemas.openxmlformats.org/officeDocument/2006/relationships/slide" Target="/ppt/slides/slide21.xml" Id="Rc2c18c992b8e41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b4a39d859f4f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032f83bd7b4b3a" /><Relationship Type="http://schemas.openxmlformats.org/officeDocument/2006/relationships/notesMaster" Target="/ppt/notesMasters/notesMaster1.xml" Id="R3e7bbd52a50b44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8fbd317fd041a9" /><Relationship Type="http://schemas.openxmlformats.org/officeDocument/2006/relationships/notesMaster" Target="/ppt/notesMasters/notesMaster1.xml" Id="R09ab1d2a45ca42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546181d681495c" /><Relationship Type="http://schemas.openxmlformats.org/officeDocument/2006/relationships/notesMaster" Target="/ppt/notesMasters/notesMaster1.xml" Id="Rf50849ebc38040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310da4013c41e6" /><Relationship Type="http://schemas.openxmlformats.org/officeDocument/2006/relationships/notesMaster" Target="/ppt/notesMasters/notesMaster1.xml" Id="R8453278423ae48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5d3ee0e28544f6" /><Relationship Type="http://schemas.openxmlformats.org/officeDocument/2006/relationships/notesMaster" Target="/ppt/notesMasters/notesMaster1.xml" Id="R2d71c1be538048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cfec7f0ade401c" /><Relationship Type="http://schemas.openxmlformats.org/officeDocument/2006/relationships/notesMaster" Target="/ppt/notesMasters/notesMaster1.xml" Id="Rcc04d438ff4641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07a849aa8c4275" /><Relationship Type="http://schemas.openxmlformats.org/officeDocument/2006/relationships/notesMaster" Target="/ppt/notesMasters/notesMaster1.xml" Id="R3ccb886f617443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51e085c4634043" /><Relationship Type="http://schemas.openxmlformats.org/officeDocument/2006/relationships/notesMaster" Target="/ppt/notesMasters/notesMaster1.xml" Id="R2fd61eadfe7d40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671ad6c8b94bdb" /><Relationship Type="http://schemas.openxmlformats.org/officeDocument/2006/relationships/notesMaster" Target="/ppt/notesMasters/notesMaster1.xml" Id="Rf36edb8ac5e647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3e69bb614d4fe0" /><Relationship Type="http://schemas.openxmlformats.org/officeDocument/2006/relationships/notesMaster" Target="/ppt/notesMasters/notesMaster1.xml" Id="Ra29eddeef08649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36180307294cf1" /><Relationship Type="http://schemas.openxmlformats.org/officeDocument/2006/relationships/notesMaster" Target="/ppt/notesMasters/notesMaster1.xml" Id="R100ced50ad9a4d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f803eb8f34462c" /><Relationship Type="http://schemas.openxmlformats.org/officeDocument/2006/relationships/notesMaster" Target="/ppt/notesMasters/notesMaster1.xml" Id="R2c2f65b4b74247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ed0a376c074590" /><Relationship Type="http://schemas.openxmlformats.org/officeDocument/2006/relationships/notesMaster" Target="/ppt/notesMasters/notesMaster1.xml" Id="Rfc95b8e1f10a4a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7e88bde80449f2" /><Relationship Type="http://schemas.openxmlformats.org/officeDocument/2006/relationships/notesMaster" Target="/ppt/notesMasters/notesMaster1.xml" Id="Rf723c26633ca40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ecf6d3014b43de" /><Relationship Type="http://schemas.openxmlformats.org/officeDocument/2006/relationships/notesMaster" Target="/ppt/notesMasters/notesMaster1.xml" Id="R03ab255b80a640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95531fd4b34eab" /><Relationship Type="http://schemas.openxmlformats.org/officeDocument/2006/relationships/notesMaster" Target="/ppt/notesMasters/notesMaster1.xml" Id="Ra7d49128241d4ad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cf5d9bca32a4ed9" /><Relationship Type="http://schemas.openxmlformats.org/officeDocument/2006/relationships/notesMaster" Target="/ppt/notesMasters/notesMaster1.xml" Id="R1d218c753a5740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4dfecbd28f44d5" /><Relationship Type="http://schemas.openxmlformats.org/officeDocument/2006/relationships/notesMaster" Target="/ppt/notesMasters/notesMaster1.xml" Id="R37e23be92a394d1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0181d22ff464671" /><Relationship Type="http://schemas.openxmlformats.org/officeDocument/2006/relationships/notesMaster" Target="/ppt/notesMasters/notesMaster1.xml" Id="R492491113d96444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74f394f50414def" /><Relationship Type="http://schemas.openxmlformats.org/officeDocument/2006/relationships/notesMaster" Target="/ppt/notesMasters/notesMaster1.xml" Id="R9c0b0953c2804a7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9410d5596a1434f" /><Relationship Type="http://schemas.openxmlformats.org/officeDocument/2006/relationships/notesMaster" Target="/ppt/notesMasters/notesMaster1.xml" Id="Rdbf0ac8ed50a41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https://help.openai.com/en/articles/11369540-using-codex-with-your-chatgpt-plan</a:t>
            </a:r>
          </a:p>
          <a:p xmlns:a="http://schemas.openxmlformats.org/drawingml/2006/main">
            <a:r>
              <a:t>https://huggingface.co/docs/lerobot/main/en/installation</a:t>
            </a:r>
          </a:p>
          <a:p xmlns:a="http://schemas.openxmlformats.org/drawingml/2006/main">
            <a:r>
              <a:t>https://huggingface.co/docs/lerobot/so101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Classroom instructions authored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https://help.openai.com/en/articles/11369540-using-codex-with-your-chatgpt-plan</a:t>
            </a:r>
          </a:p>
          <a:p xmlns:a="http://schemas.openxmlformats.org/drawingml/2006/main">
            <a:r>
              <a:t>https://help.openai.com/en/articles/20001276-moving-to-the-new-chatgpt-desktop-app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https://help.openai.com/en/articles/11369540-using-codex-with-your-chatgpt-plan</a:t>
            </a:r>
          </a:p>
          <a:p xmlns:a="http://schemas.openxmlformats.org/drawingml/2006/main">
            <a:r>
              <a:t>https://help.openai.com/en/articles/20001276-moving-to-the-new-chatgpt-desktop-app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Classroom instructions authored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https://huggingface.co/docs/lerobot/main/en/installation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https://huggingface.co/docs/lerobot/main/en/installation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https://huggingface.co/docs/lerobot/main/en/installation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https://huggingface.co/docs/lerobot/main/en/installation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Classroom instructions authored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7e14c1a95442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14be1af48d47f1" /><Relationship Type="http://schemas.openxmlformats.org/officeDocument/2006/relationships/slideLayout" Target="/ppt/slideLayouts/slideLayout1.xml" Id="Rf1e8ac3e15bc43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e8ac3e15bc43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7bdb4e0684266" /><Relationship Type="http://schemas.openxmlformats.org/officeDocument/2006/relationships/notesSlide" Target="/ppt/notesSlides/notesSlide1.xml" Id="Raca4eac4cdfd4b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9804f713b43d8" /><Relationship Type="http://schemas.openxmlformats.org/officeDocument/2006/relationships/notesSlide" Target="/ppt/notesSlides/notesSlide2.xml" Id="R69328d0111c347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0fa4a919b47c7" /><Relationship Type="http://schemas.openxmlformats.org/officeDocument/2006/relationships/notesSlide" Target="/ppt/notesSlides/notesSlide3.xml" Id="R01477930abce49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26ccd1ebc4a6e" /><Relationship Type="http://schemas.openxmlformats.org/officeDocument/2006/relationships/notesSlide" Target="/ppt/notesSlides/notesSlide4.xml" Id="Ra310ddcc64c046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bb8eea0de4a0c" /><Relationship Type="http://schemas.openxmlformats.org/officeDocument/2006/relationships/notesSlide" Target="/ppt/notesSlides/notesSlide5.xml" Id="Ra45c590201c148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e837864f84c86" /><Relationship Type="http://schemas.openxmlformats.org/officeDocument/2006/relationships/notesSlide" Target="/ppt/notesSlides/notesSlide6.xml" Id="R9a7a2fa4a85143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39f52a2e746c0" /><Relationship Type="http://schemas.openxmlformats.org/officeDocument/2006/relationships/notesSlide" Target="/ppt/notesSlides/notesSlide7.xml" Id="R8a67f32a64b547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e8f37511b4bdf" /><Relationship Type="http://schemas.openxmlformats.org/officeDocument/2006/relationships/notesSlide" Target="/ppt/notesSlides/notesSlide8.xml" Id="R0a261287086e4a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17c08b87f4b54" /><Relationship Type="http://schemas.openxmlformats.org/officeDocument/2006/relationships/notesSlide" Target="/ppt/notesSlides/notesSlide9.xml" Id="Rcf8b26933fe946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7584431bb4894" /><Relationship Type="http://schemas.openxmlformats.org/officeDocument/2006/relationships/notesSlide" Target="/ppt/notesSlides/notesSlide10.xml" Id="R893d3ceae71249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a785291da40f4" /><Relationship Type="http://schemas.openxmlformats.org/officeDocument/2006/relationships/notesSlide" Target="/ppt/notesSlides/notesSlide11.xml" Id="Re4d23311beeb4a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d445308e34b34" /><Relationship Type="http://schemas.openxmlformats.org/officeDocument/2006/relationships/notesSlide" Target="/ppt/notesSlides/notesSlide12.xml" Id="R5109bd82217043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56ad9bb004da8" /><Relationship Type="http://schemas.openxmlformats.org/officeDocument/2006/relationships/notesSlide" Target="/ppt/notesSlides/notesSlide13.xml" Id="Rdfe0d216698343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8896042744fd5" /><Relationship Type="http://schemas.openxmlformats.org/officeDocument/2006/relationships/notesSlide" Target="/ppt/notesSlides/notesSlide14.xml" Id="Ra67aba55951249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39bcaa31842a7" /><Relationship Type="http://schemas.openxmlformats.org/officeDocument/2006/relationships/notesSlide" Target="/ppt/notesSlides/notesSlide15.xml" Id="Rb637b3396b1d4ad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48ab5154649f2" /><Relationship Type="http://schemas.openxmlformats.org/officeDocument/2006/relationships/notesSlide" Target="/ppt/notesSlides/notesSlide16.xml" Id="Re8057f19ac0048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1472c91f246eb" /><Relationship Type="http://schemas.openxmlformats.org/officeDocument/2006/relationships/notesSlide" Target="/ppt/notesSlides/notesSlide17.xml" Id="R79ee6972200c47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4af26f79c475c" /><Relationship Type="http://schemas.openxmlformats.org/officeDocument/2006/relationships/notesSlide" Target="/ppt/notesSlides/notesSlide18.xml" Id="R26c39defc8a54a5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98463e95d4f45" /><Relationship Type="http://schemas.openxmlformats.org/officeDocument/2006/relationships/notesSlide" Target="/ppt/notesSlides/notesSlide19.xml" Id="R1275eb5ece0a47a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2896258fa4f31" /><Relationship Type="http://schemas.openxmlformats.org/officeDocument/2006/relationships/notesSlide" Target="/ppt/notesSlides/notesSlide20.xml" Id="R358b0e0cd0c44a6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800b08d4f4d9c" /><Relationship Type="http://schemas.openxmlformats.org/officeDocument/2006/relationships/notesSlide" Target="/ppt/notesSlides/notesSlide21.xml" Id="R66ff058a102041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F4EE5-72CB-4EA9-80BA-ACE44B70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SO-101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BA479-1543-4981-8491-4845D852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처음 설치부터</a:t>
            </a:r>
          </a:p>
          <a:p xmlns:a="http://schemas.openxmlformats.org/drawingml/2006/main">
            <a:pPr algn="l">
              <a:defRPr sz="40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캘리브레이션까지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E5A7C-EF17-4465-ABF2-2DA6E535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Windows 새 노트북 · 무료 ChatGPT 계정 · Codex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A14C8-0AD8-4C5D-971C-F7A86734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5C32D-F21A-4EEC-BA0F-8705AEAA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2시간 실습 수업</a:t>
            </a:r>
          </a:p>
        </p:txBody>
      </p:sp>
    </p:spTree>
    <p:extLst>
      <p:ext uri="{BB962C8B-B14F-4D97-AF65-F5344CB8AC3E}">
        <p14:creationId xmlns:p14="http://schemas.microsoft.com/office/powerpoint/2010/main" val="4508328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99BC9-E4D1-4778-A7C8-19F8FA75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수업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B3B56-3F18-4417-9D07-E937F891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288AF-30F6-4BF8-8ADE-69A28252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D5F19-8456-49C2-BADF-54E3643F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03A8E-319C-4F31-99C0-819E0449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0–20분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66F1C-FA1F-4F8F-AEFC-C815B552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앱·계정 준비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A231D-82DE-4763-89B6-99A6CEA9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BC4EB-82B2-4184-B880-F4D4F06E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20–45분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09D7E-7C65-4FE9-8D04-2C309B2A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71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Python·LeRobot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20966-E93A-48E9-8C59-AABEE536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9ED97-0888-46D7-98C3-52BD0734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45–60분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368FC-6856-4B13-A070-C81AE9D9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71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포트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16C2E-6F52-4FE5-906D-E2265442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33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EAF2F-2670-4471-91F4-E23ABEEB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956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60–95분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CA7DF-6A3A-4153-8E11-9B52D4D5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71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모터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8D468-D41C-4B6C-B34E-E1E65036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33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C78A2-14FC-4E63-9848-D3D8B1DE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956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95–120분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4438F6-CEEE-492D-B54F-97C93FA5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71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캘리브레이션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6CE10-CA3A-414B-B962-5F20B581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95875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다운로드 속도가 느리면 설치 시간이 더 필요할 수 있음</a:t>
            </a:r>
          </a:p>
        </p:txBody>
      </p:sp>
    </p:spTree>
    <p:extLst>
      <p:ext uri="{BB962C8B-B14F-4D97-AF65-F5344CB8AC3E}">
        <p14:creationId xmlns:p14="http://schemas.microsoft.com/office/powerpoint/2010/main" val="1719990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FC7F5-9D12-46BC-8E66-448FD7D8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수업 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7D870-966B-43E5-B62F-F05073A6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BD0FE-9A3B-458E-B459-F8DA6676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41934-9855-443D-A637-99AEF398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6177E-2D88-4EE9-A3EF-F3C3B1AB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47875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인터넷과 Microsoft Store를 사용할 수 있는가?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8930E-0BB8-4051-A5E4-DC948F34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432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7B783-66F8-439C-9660-96C1D68D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432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학생이 ChatGPT 계정을 만들고 로그인할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831F1-90F9-441B-B3BF-978CAC0F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3852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1E124-AFDC-44D9-8BFC-EF85EAC8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38525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ChatGPT 앱에서 Codex 메뉴가 보이는가?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9A06E-B979-480C-8647-F4D2E6FE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338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41CBF-0BD5-45EF-AC98-B2102FAB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3385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노트북에 여유 공간이 있고 충전기가 연결됐는가?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7CFBA-0E3A-4063-A0FE-393F9CD2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291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E0F22-0DE9-4810-9FDA-49946B59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29175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로봇팔 USB와 올바른 전원 어댑터가 준비됐는가?</a:t>
            </a:r>
          </a:p>
        </p:txBody>
      </p:sp>
    </p:spTree>
    <p:extLst>
      <p:ext uri="{BB962C8B-B14F-4D97-AF65-F5344CB8AC3E}">
        <p14:creationId xmlns:p14="http://schemas.microsoft.com/office/powerpoint/2010/main" val="1530379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6374A-34BD-4D1C-80C3-978D7D58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ChatGPT 앱과 Codex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ECEA5-D026-482E-A10C-52C6DA1C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9D2AC-11F2-4CC7-8171-DE8B0034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81A24-5171-435A-8141-308B7507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535F8-22C5-47B0-9EBA-5A90F1FB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9075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https://chatgpt.com/download/ 에서 Windows 앱을 설치한다.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F6B23-FAC0-4B0A-BC18-D89FCA27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A7E56-351A-4C56-8166-A9770274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718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ChatGPT 무료 계정으로 로그인한다.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19C04-248E-462F-A1D4-889F06A0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60AFA-FA43-46D1-AB08-62EBD438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5285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앱 왼쪽 위 메뉴에서 Codex를 선택한다.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99CB5-9EA1-4BF7-BD45-CD2BA8D1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45E45-AE13-4291-A22E-0351C098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무료 계정은 사용량 제한이 있으므로 같은 질문을 반복하지 않는다.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99DF4-280C-4FCA-9EA5-D5E3382F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Codex 제공 여부와 사용량은 계정·시점에 따라 달라질 수 있으므로 수업 전에 확인</a:t>
            </a:r>
          </a:p>
        </p:txBody>
      </p:sp>
    </p:spTree>
    <p:extLst>
      <p:ext uri="{BB962C8B-B14F-4D97-AF65-F5344CB8AC3E}">
        <p14:creationId xmlns:p14="http://schemas.microsoft.com/office/powerpoint/2010/main" val="9853181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8C8E8-B806-4F19-87AD-E810DB3E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학생 배포 파일 열기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40700-5D71-4F00-AFBD-28C5C5D7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8D8F2-E1E7-4256-B622-7EACB072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13165-CA56-488B-A9AA-C9259F3B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D550D-BC7B-40CA-B0C0-CF22820F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90750"/>
            <a:ext cx="928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배포 ZIP을 다운로드한다.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9F15E-AEC2-4A91-8A14-FAB942B0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527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B9B33-B444-43E2-9BBE-061CEE1C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52750"/>
            <a:ext cx="928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마우스 오른쪽 버튼 → 모두 압축 풀기를 누른다.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22CA2-8DB4-4424-9CD7-F695EE1E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85E00-3C5B-4BCD-93A1-14D6A57B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14750"/>
            <a:ext cx="928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SO101_수업_시작_처음설치.html을 연다.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56D11-3017-40C4-A256-D3FAD8D5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2FC4A-2C71-4A90-BC39-25D8C265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76750"/>
            <a:ext cx="928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압축을 푼 폴더 주소창에 powershell을 입력한다.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70731-F07A-4A5D-8200-4DCE4AC6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ZIP 안에서 파일을 바로 실행하지 않음</a:t>
            </a:r>
          </a:p>
        </p:txBody>
      </p:sp>
    </p:spTree>
    <p:extLst>
      <p:ext uri="{BB962C8B-B14F-4D97-AF65-F5344CB8AC3E}">
        <p14:creationId xmlns:p14="http://schemas.microsoft.com/office/powerpoint/2010/main" val="7513127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CB610-4B80-4DE7-87C5-C17578D6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자동 설치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30608-AFC1-4C5E-AA04-839C47A4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Python 3.12, .venv, LeRobot을 한 번에 준비한다.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30CEB-4AD0-4828-B80B-AFFD87DD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20C08-8D85-4DDB-A66F-B3F44C29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34CC7-6265-418E-BFFB-D397FDE1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B0437-A4B1-4F43-851E-A2083924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103632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Set-ExecutionPolicy -Scope Process Bypass -Force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Unblock-File .\SO101_처음설치.ps1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.\SO101_처음설치.ps1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E7453-2CBC-45A7-A740-1E4B6B2F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17A65"/>
                </a:solidFill>
                <a:latin typeface="Consolas"/>
                <a:ea typeface="Consolas"/>
                <a:cs typeface="Consolas"/>
              </a:rPr>
              <a:t>완료 표시: SETUP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58AD6-9718-458D-AD51-EAAC218B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Python 설치 후 찾지 못하면 PowerShell을 닫고 다시 실행</a:t>
            </a:r>
          </a:p>
        </p:txBody>
      </p:sp>
    </p:spTree>
    <p:extLst>
      <p:ext uri="{BB962C8B-B14F-4D97-AF65-F5344CB8AC3E}">
        <p14:creationId xmlns:p14="http://schemas.microsoft.com/office/powerpoint/2010/main" val="1401141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C3C2E-ACBE-422A-AB6A-1356CABC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Python 3.12 수동 설치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669C3-20D0-4CE7-AA43-B786611E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자동 설치가 실패했을 때만 진행한다.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68537-980B-4AA2-90D0-28E501A8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06C54-A59B-4542-B969-CA7AC72D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F7543-3F6B-431C-BEF9-47F44848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C55E9-D41A-417D-8521-6323F599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03632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winget install --id Python.Python.3.12 -e --source winget `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  --accept-package-agreements --accept-source-agreements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py -3.12 --version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EBB19-8E7E-4035-8915-C0B3156E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LeRobot 현재 설치 안내에 맞춰 Python 3.12 사용</a:t>
            </a:r>
          </a:p>
        </p:txBody>
      </p:sp>
    </p:spTree>
    <p:extLst>
      <p:ext uri="{BB962C8B-B14F-4D97-AF65-F5344CB8AC3E}">
        <p14:creationId xmlns:p14="http://schemas.microsoft.com/office/powerpoint/2010/main" val="2827696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7AD7B-86E9-4B7E-8707-1870E466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가상환경과 LeRobot 수동 설치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0F937-8B7F-46C2-993F-FC459D2E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76412-263B-4DF4-8499-D3865DA9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6F73B-63FB-4CD0-A5DD-ED666964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A7EF0-93A7-4533-A99D-81F27201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9325"/>
            <a:ext cx="103632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$Project = Join-Path ([Environment]::GetFolderPath('MyDocuments')) 'lerobot-so101'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New-Item -ItemType Directory -Force -Path $Project | Out-Null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Set-Location -LiteralPath $Project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py -3.12 -m venv .venv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.\.venv\Scripts\python.exe -m pip install --upgrade pip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.\.venv\Scripts\python.exe -m pip install "lerobot[core_scripts,feetech]" opencv-python pyserial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5C6F5-298C-4E0A-BF34-2277B838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Conda는 사용하지 않음</a:t>
            </a:r>
          </a:p>
        </p:txBody>
      </p:sp>
    </p:spTree>
    <p:extLst>
      <p:ext uri="{BB962C8B-B14F-4D97-AF65-F5344CB8AC3E}">
        <p14:creationId xmlns:p14="http://schemas.microsoft.com/office/powerpoint/2010/main" val="3567546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8E478-BD9C-4AC2-90B7-0DD57889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설치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F3728-C4F6-443E-BC5D-4B16B2E7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F0D2D-BF17-47B2-ADE4-23590105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50D0D-D928-4AAE-B2A0-2F8C5EAA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64265-3CFF-4C00-BB4F-128F56BD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3632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$Project = Join-Path ([Environment]::GetFolderPath('MyDocuments')) 'lerobot-so101'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Set-Location -LiteralPath $Project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.\.venv\Scripts\python.exe --version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.\.venv\Scripts\python.exe -m pip show lerobot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Get-ChildItem .\.venv\Scripts\lerobot-*.exe | Select-Object 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F2596-9448-4017-B3C8-B501FB11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Python 3.12 · lerobot 정보 · 실행 파일 목록이 나오면 완료</a:t>
            </a:r>
          </a:p>
        </p:txBody>
      </p:sp>
    </p:spTree>
    <p:extLst>
      <p:ext uri="{BB962C8B-B14F-4D97-AF65-F5344CB8AC3E}">
        <p14:creationId xmlns:p14="http://schemas.microsoft.com/office/powerpoint/2010/main" val="15557759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216C2-A7C7-48EA-B0E2-BDD33616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안전 수칙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95093-8AF2-4A8D-B99B-56877B11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ED4F1-02E6-4F2E-AABB-48822914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8DC3F-F1E9-42D7-8A70-2ED86C2A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E4E6C-86B0-4E19-A6DA-31DE51EB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47875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모터 ID 지정 시 대상 모터 한 개만 연결한다.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77898-0436-4A0B-B7DF-EE5154C5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432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9255B-4D80-4848-936B-8A259631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432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전원 어댑터의 전압을 확인한다.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080DD-EAAA-487A-91AC-31DB7AC6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3852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F91EE-2487-4ADC-9EFB-7D0B0819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38525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손가락을 관절과 집게 사이에 넣지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208B2-9C34-4C8B-83CB-EA9BA7CA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338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AAFE6-F743-4DFF-B023-3FBC4A1B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3385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갑자기 움직이거나 Overload가 나오면 전원을 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DB4D2-4F8F-47E6-A3B7-A2EADC20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291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EE951-1E2C-4798-A1AD-003F64DC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29175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FD 프로그램과 LeRobot을 동시에 같은 COM 포트에 연결하지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6018367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6FC8EB-9EEE-41B3-8B8D-56C25D00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모터 번호와 관절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68BB4-9D55-426B-B906-39BC171F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6B5A8-3FF7-4CE6-81D3-31767E96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60C80-04EB-4DFA-A1FE-FC950135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ED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0163E-ED35-4309-B296-03076E3C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1번  shoulder_pan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0D2E9-AE54-4255-9DAD-CEF404DB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478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바닥 좌우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E4F8C-3AAC-4CF5-8A54-889298E5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29C0B-BC84-4E32-807B-39221B42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384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2번  shoulder_lift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A6060-DB27-4194-9577-0AF4FB55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384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어깨 위아래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DC9EA-BD27-4F08-8594-8B6F7746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7805B-3248-470E-9091-A4A57D32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289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3번  elbow_flex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F59F3-B1EC-46D2-805B-32E81578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289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팔꿈치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0D2C5-7029-4AE3-99C0-C14DE863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156CC-60D5-4CE6-B5D6-D7A3CF54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95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4번  wrist_flex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C74FD-E202-4F00-B742-07A43CCB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195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손목 위아래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6618B-5B46-4257-8DEB-8703E025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756CC-F8C7-4ED7-AAC5-0539ACD5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00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5번  wrist_roll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BC325B-77B3-408A-AAA8-392537EB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100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손목 회전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5900DB-F04F-47E3-81DE-A4FB5C09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3B3ED1-8AB8-49E8-B297-4BE20B14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6번  gripper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F98AF-D1E5-4273-8570-3A1FAC2D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006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손잡이/집게</a:t>
            </a:r>
          </a:p>
        </p:txBody>
      </p:sp>
    </p:spTree>
    <p:extLst>
      <p:ext uri="{BB962C8B-B14F-4D97-AF65-F5344CB8AC3E}">
        <p14:creationId xmlns:p14="http://schemas.microsoft.com/office/powerpoint/2010/main" val="14102769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4401B-6446-408C-AD7F-4F8DEE53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COM 포트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07328-A689-4B7C-98CD-2041FC2A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E5B16-49CC-4719-AF4D-67A1FB8C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019A9-D478-41F0-B46F-A71129E1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33919-3D15-4F84-A32C-EE2A990A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9325"/>
            <a:ext cx="103632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$Project = Join-Path ([Environment]::GetFolderPath('MyDocuments')) 'lerobot-so101'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Set-Location -LiteralPath $Project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.\.venv\Scripts\python.exe -m serial.tools.list_ports -v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AB0D6-AC10-4C95-8BCA-50FD60E1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ED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89317-4B9C-4E01-AC15-25451452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사용할 포트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F90A5-6A70-4E7A-AF9D-82B8DABA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386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USB-Enhanced-SERIAL CH343(COM번호)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758E1-A092-42BE-8759-2B920CFA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7DC3F-595D-4C72-99C5-3DB25FB7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57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사용하지 않을 포트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7A7FF-A4CD-4F2A-80DE-C221D318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5775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표준 Bluetooth에서 직렬 링크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77CA6-992E-46E3-9F9B-55B4DEB8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673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리더와 팔로워를 한 개씩 뺐다 연결해 각각의 COM 번호를 기록</a:t>
            </a:r>
          </a:p>
        </p:txBody>
      </p:sp>
    </p:spTree>
    <p:extLst>
      <p:ext uri="{BB962C8B-B14F-4D97-AF65-F5344CB8AC3E}">
        <p14:creationId xmlns:p14="http://schemas.microsoft.com/office/powerpoint/2010/main" val="2189283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88450-1B1C-44D4-819E-D48EC7CB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모터 ID 지정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0D8B5-413E-4477-AB3E-C950109B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DA38C-0101-4066-A303-BBC3C87C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4AF08-15C9-46BB-913D-CA9D3E4E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4C4A5-A537-45D9-8C7B-ABD544A7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47875"/>
            <a:ext cx="966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제어 보드 전원을 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25F14-8A13-46E8-BCA7-631B32FA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12254-092B-4974-9712-C8073212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33675"/>
            <a:ext cx="966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ID를 지정할 모터 한 개만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F5BB9-76D6-4293-BE51-CB0B734C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194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0A4FD-9D58-4758-98CF-355C0608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19475"/>
            <a:ext cx="966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전원과 USB를 연결하고 setup-motors를 실행한다.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07B40-CB7F-4620-BF27-F43D88BF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052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0A696-480D-4E4B-AF79-01446B02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05275"/>
            <a:ext cx="966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안내에 따라 ID와 baudrate를 설정한다.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EE73E-BA04-4DCA-91B9-C0B39347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910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78E36-1A59-44CF-B0E7-DCFE91E6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91075"/>
            <a:ext cx="966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전원을 끄고 다음 모터로 교체한다.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6433B-C272-4070-BF4D-490E2375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리더와 팔로워 각각 ID 1~6 반복</a:t>
            </a:r>
          </a:p>
        </p:txBody>
      </p:sp>
    </p:spTree>
    <p:extLst>
      <p:ext uri="{BB962C8B-B14F-4D97-AF65-F5344CB8AC3E}">
        <p14:creationId xmlns:p14="http://schemas.microsoft.com/office/powerpoint/2010/main" val="9609742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4B8AB-B75D-4BD0-BAC9-98B76BBE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리더암 모터 ID 지정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330F3-14ED-438B-B773-BAF619FA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EE453-6DCC-4E89-A96A-44E7A834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31509-1DB5-4FAF-A771-44F829A4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981B9-D5DB-420E-9A07-3D8FB6EF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3632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$Project = Join-Path ([Environment]::GetFolderPath('MyDocuments')) 'lerobot-so101'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Set-Location -LiteralPath $Project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.\.venv\Scripts\lerobot-setup-motors.exe `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  --teleop.type=so101_leader --teleop.port=COM10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FECD8-8786-4C02-983D-1A915897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COM10을 실제 리더암 포트로 변경</a:t>
            </a:r>
          </a:p>
        </p:txBody>
      </p:sp>
    </p:spTree>
    <p:extLst>
      <p:ext uri="{BB962C8B-B14F-4D97-AF65-F5344CB8AC3E}">
        <p14:creationId xmlns:p14="http://schemas.microsoft.com/office/powerpoint/2010/main" val="459887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63CF5-5A00-4808-B176-4D7215DA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팔로워암 모터 ID 지정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18E64-5B15-4248-9671-C53AF849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A73C8-68CF-4337-A39F-CA7390DB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FC473-12FA-42D9-90C9-837D2111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34B6A-8F7C-4E9A-813A-89CC0BAA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3632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$Project = Join-Path ([Environment]::GetFolderPath('MyDocuments')) 'lerobot-so101'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Set-Location -LiteralPath $Project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.\.venv\Scripts\lerobot-setup-motors.exe `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  --robot.type=so101_follower --robot.port=COM11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A1126-55C3-486E-92BF-2FB4B445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COM11을 실제 팔로워암 포트로 변경</a:t>
            </a:r>
          </a:p>
        </p:txBody>
      </p:sp>
    </p:spTree>
    <p:extLst>
      <p:ext uri="{BB962C8B-B14F-4D97-AF65-F5344CB8AC3E}">
        <p14:creationId xmlns:p14="http://schemas.microsoft.com/office/powerpoint/2010/main" val="20726813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59AD04-C114-45EB-A7E7-C2F9E34D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모터 인식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BAB44-D7C2-4FDF-83B6-A63DDBD5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CE7EA-827B-48E4-9060-DEBB181B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14C6E-CB6E-4948-8E78-974AABAB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ED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03B70-2F84-465E-A462-87D91300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정상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5C19E-F04D-443A-9F1F-F016D3CB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Found motor list에 1, 2, 3, 4, 5, 6 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1684B-3C23-4437-B2F8-586ED66E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D92B4-B1E4-4A42-A9AB-4FB6BB41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98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Missing motor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459DC-7B41-4388-B096-DCA57416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098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해당 번호의 케이블·ID·전원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69833-AB56-4BD3-8E5A-4F979077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A71DA-DC7D-4F01-80D4-9EA2C938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Could not connect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47C9F-5944-4DFC-BC43-55318289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COM 번호와 포트 점유 프로그램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70392-6BC5-4974-8CCD-7ACAC79D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0FCC5-BE82-4554-B572-E01C193F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433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Different firmware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1EA1F-846E-4B67-9EBD-2F3AB169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433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Feetech 프로그램에서 펌웨어 통일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C8411-E161-4AC9-BA16-7EE4D96E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70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9C0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393813-A2EA-442F-BADD-88E05AF4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Access denied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E213B-049E-42E2-A941-6B60CCFF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101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663"/>
                </a:solidFill>
                <a:latin typeface="Malgun Gothic"/>
                <a:ea typeface="Malgun Gothic"/>
                <a:cs typeface="Malgun Gothic"/>
              </a:rPr>
              <a:t>FD 프로그램과 다른 터미널 종료</a:t>
            </a:r>
          </a:p>
        </p:txBody>
      </p:sp>
    </p:spTree>
    <p:extLst>
      <p:ext uri="{BB962C8B-B14F-4D97-AF65-F5344CB8AC3E}">
        <p14:creationId xmlns:p14="http://schemas.microsoft.com/office/powerpoint/2010/main" val="13080694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E40DB-F7DE-4B04-A0AF-F46166D8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캘리브레이션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A3703-73AF-4C5A-9B01-8E21AA57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DF4A8-2F34-4624-B870-A57A5CAC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E25C2-60F6-49B2-9928-09E0A56F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4BE6B-4A62-4B50-B511-6534E3C9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47875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팔을 책상과 부딪히지 않는 중간 자세에 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46661-49F3-40AB-8364-DBAA179E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32C25-CEF6-4978-89D6-0678A6B8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432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관절이 기계적인 끝에 닿지 않게 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22565-367E-42ED-809F-1D734DB6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3852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CAAA4-9BBD-4B73-AE06-6575527F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집게는 중간 정도 열어 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59FD5-C164-4CA4-9695-88E5DBB5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C2590-180A-4AC4-83CF-014D5CC6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3385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손목 케이블이 팽팽하지 않은지 확인한다.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D1144-4EB3-426B-B1CD-1634B6C6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291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2344F-D33A-4276-9422-377CA92D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29175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전원 스위치에 바로 손이 닿게 한다.</a:t>
            </a:r>
          </a:p>
        </p:txBody>
      </p:sp>
    </p:spTree>
    <p:extLst>
      <p:ext uri="{BB962C8B-B14F-4D97-AF65-F5344CB8AC3E}">
        <p14:creationId xmlns:p14="http://schemas.microsoft.com/office/powerpoint/2010/main" val="4570683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31AA5-89E9-46D7-8AE9-09361318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팔로워암 캘리브레이션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B1AFC-C429-459C-900E-81C87DB8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3E860-DC15-4C06-9282-97B29064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B3778-8D31-473C-B883-3F56B5A5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A772B-357A-4C42-8E41-B4061E16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363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$Project = Join-Path ([Environment]::GetFolderPath('MyDocuments')) 'lerobot-so101'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Set-Location -LiteralPath $Project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.\.venv\Scripts\lerobot-calibrate.exe `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  --robot.type=so101_follower --robot.port=COM11 `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  --robot.id=my_so101_follower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26BA8-CE6D-4509-8CCC-307C5C4C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기존 값을 다시 측정하려면 질문에서 c 입력</a:t>
            </a:r>
          </a:p>
        </p:txBody>
      </p:sp>
    </p:spTree>
    <p:extLst>
      <p:ext uri="{BB962C8B-B14F-4D97-AF65-F5344CB8AC3E}">
        <p14:creationId xmlns:p14="http://schemas.microsoft.com/office/powerpoint/2010/main" val="7523791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70754-055D-41DC-81F8-480C08E9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리더암 캘리브레이션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E38D6-5119-4E95-BC80-BE382480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C80C0-63B5-4BEC-879B-C170912F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4A059-A6E2-44F2-B11D-40410002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8EC04-56F6-4369-826F-9E5CE355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363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$Project = Join-Path ([Environment]::GetFolderPath('MyDocuments')) 'lerobot-so101'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Set-Location -LiteralPath $Project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.\.venv\Scripts\lerobot-calibrate.exe `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  --teleop.type=so101_leader --teleop.port=COM10 `</a:t>
            </a:r>
          </a:p>
          <a:p xmlns:a="http://schemas.openxmlformats.org/drawingml/2006/main">
            <a:pPr algn="l">
              <a:defRPr sz="1275" b="0">
                <a:solidFill>
                  <a:srgbClr val="ECF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CF7F3"/>
                </a:solidFill>
                <a:latin typeface="Consolas"/>
                <a:ea typeface="Consolas"/>
                <a:cs typeface="Consolas"/>
              </a:rPr>
              <a:t>  --teleop.id=my_so101_leader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F3354-429D-4435-BECB-0E2C07C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리더암도 같은 관절 순서로 범위 기록</a:t>
            </a:r>
          </a:p>
        </p:txBody>
      </p:sp>
    </p:spTree>
    <p:extLst>
      <p:ext uri="{BB962C8B-B14F-4D97-AF65-F5344CB8AC3E}">
        <p14:creationId xmlns:p14="http://schemas.microsoft.com/office/powerpoint/2010/main" val="2412957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F5618-EC25-4782-ADF7-25BCCD2E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범위 기록과 저장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AAF12-A00E-480E-BAAE-A9412474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74B51-BF29-400B-99A8-0F28D0CD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22808-8585-4999-A83F-E0F4C5DC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BE40D-5821-4D90-B14A-3F0A0413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47875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관절을 하나씩 천천히 움직인다.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308B1-6DD5-421D-A6B8-07BA11EF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CA6DE-4478-4F44-99FC-8C1848A3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33675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한쪽 끝에서 반대쪽 끝까지 이동한다.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464FA-8160-42CA-B499-B39F68A2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1662F-7FBC-4FC2-A852-092CEF9B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19475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기구 끝에서 힘으로 더 밀지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0B0D2-71CD-4FDD-995B-2BA08535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C9F78-7A7E-4D35-B339-546868D3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05275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표의 MIN과 MAX가 변하는지 확인한다.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3BAAC-FA35-480E-9174-BEF1BF4F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910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A0515-1F8A-478B-81AF-60DE3A64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91075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ENTER를 눌러 calibration JSON을 저장한다.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22C15-361F-40F9-8AF4-1F366AEA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완료 메시지: Calibration saved to ...json</a:t>
            </a:r>
          </a:p>
        </p:txBody>
      </p:sp>
    </p:spTree>
    <p:extLst>
      <p:ext uri="{BB962C8B-B14F-4D97-AF65-F5344CB8AC3E}">
        <p14:creationId xmlns:p14="http://schemas.microsoft.com/office/powerpoint/2010/main" val="9343224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3A9B73-9FB4-4A97-BF68-C4D7E7E7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최종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00195-C4B6-485D-8425-67847E8D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  <a:ln xmlns:a="http://schemas.openxmlformats.org/drawingml/2006/main" w="0">
            <a:solidFill>
              <a:srgbClr val="151A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BD695-2002-4B8E-9194-749ADD0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6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66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8FF5C-56B9-475F-85A8-E790F07A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5095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8B40D-C1E2-43FD-951B-0310EA14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47875"/>
            <a:ext cx="47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35638-1AB6-4446-B96E-130EE4AF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4787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ChatGPT 앱에서 Codex 사용 가능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16AE8-9876-4BF2-B42F-0079AA99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095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82757-BE38-4E23-9E4F-0708637C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47875"/>
            <a:ext cx="47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D22DC-C906-48B1-8840-B9CAA282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4787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Python 3.12와 LeRobot 설치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A3B9C-1DF1-404F-87E8-C05C93DE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5095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72DC2-D447-4ED4-B2FD-6A4EC968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47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F746E-690B-43CD-AAEC-97303C5B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037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리더·팔로워 COM 번호 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D35D2-7127-4A2A-A1E2-9139600C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5095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745F3-093C-4856-A684-DA47E42F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0375"/>
            <a:ext cx="47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C628B-0CA8-48BE-B46B-41FF30DF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037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양쪽 ID 1~6 지정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F57F4-36E7-4060-8DD3-EAE640CA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5095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59977-A3FF-4F3A-A98E-9FF4FE7D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52875"/>
            <a:ext cx="47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EAD89-2C41-49B2-9157-F8FFCEF8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5287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양쪽 모터 6개 인식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433BD-BC71-4A39-8E90-3D341E69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52875"/>
            <a:ext cx="5095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85E30-31E5-4713-A1B2-14B728DB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52875"/>
            <a:ext cx="47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B58715-A945-4DF8-B466-1A41E539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5287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1A18"/>
                </a:solidFill>
                <a:latin typeface="Malgun Gothic"/>
                <a:ea typeface="Malgun Gothic"/>
                <a:cs typeface="Malgun Gothic"/>
              </a:rPr>
              <a:t>양쪽 calibration 저장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46667-8FD1-4E20-A04E-2E7FEB5A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86375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완료 후 전원을 끄고 USB를 분리</a:t>
            </a:r>
          </a:p>
        </p:txBody>
      </p:sp>
    </p:spTree>
    <p:extLst>
      <p:ext uri="{BB962C8B-B14F-4D97-AF65-F5344CB8AC3E}">
        <p14:creationId xmlns:p14="http://schemas.microsoft.com/office/powerpoint/2010/main" val="351183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2026-08-28T02:11:09.0240000Z</dcterms:created>
  <dcterms:modified xsi:type="dcterms:W3CDTF">2026-08-28T02:11:09.0240000Z</dcterms:modified>
</coreProperties>
</file>