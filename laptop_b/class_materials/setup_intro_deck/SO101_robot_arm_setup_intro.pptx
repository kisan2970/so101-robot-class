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fc9c62bc374e1b" /><Relationship Type="http://schemas.openxmlformats.org/officeDocument/2006/relationships/extended-properties" Target="/docProps/app.xml" Id="R6ff7a24fa2f44fee" /><Relationship Type="http://schemas.openxmlformats.org/officeDocument/2006/relationships/officeDocument" Target="/ppt/presentation.xml" Id="Rba71539363fe48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1218f314a14f88"/>
  </p:sldMasterIdLst>
  <p:notesMasterIdLst>
    <p:notesMasterId xmlns:r="http://schemas.openxmlformats.org/officeDocument/2006/relationships" r:id="Rb533b04a75d44a45"/>
  </p:notesMasterIdLst>
  <p:sldIdLst>
    <p:sldId xmlns:r="http://schemas.openxmlformats.org/officeDocument/2006/relationships" id="256" r:id="R535b8f71ca3a4718"/>
    <p:sldId xmlns:r="http://schemas.openxmlformats.org/officeDocument/2006/relationships" id="257" r:id="R14015eae41f74ed0"/>
    <p:sldId xmlns:r="http://schemas.openxmlformats.org/officeDocument/2006/relationships" id="258" r:id="R4adbbb69984b4067"/>
    <p:sldId xmlns:r="http://schemas.openxmlformats.org/officeDocument/2006/relationships" id="259" r:id="R6c9390d233f24be4"/>
    <p:sldId xmlns:r="http://schemas.openxmlformats.org/officeDocument/2006/relationships" id="260" r:id="R3c7d201bbb874c47"/>
    <p:sldId xmlns:r="http://schemas.openxmlformats.org/officeDocument/2006/relationships" id="261" r:id="Rb97be08ac36c4cd2"/>
    <p:sldId xmlns:r="http://schemas.openxmlformats.org/officeDocument/2006/relationships" id="262" r:id="R4759ebceab854fac"/>
    <p:sldId xmlns:r="http://schemas.openxmlformats.org/officeDocument/2006/relationships" id="263" r:id="R2d568a996af44d0c"/>
    <p:sldId xmlns:r="http://schemas.openxmlformats.org/officeDocument/2006/relationships" id="264" r:id="R634a6b0cfcd0402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d3fe5cbd6a419e" /><Relationship Type="http://schemas.openxmlformats.org/officeDocument/2006/relationships/slideMaster" Target="/ppt/slideMasters/slideMaster1.xml" Id="Rd21218f314a14f88" /><Relationship Type="http://schemas.openxmlformats.org/officeDocument/2006/relationships/notesMaster" Target="/ppt/notesMasters/notesMaster1.xml" Id="Rb533b04a75d44a45" /><Relationship Type="http://schemas.openxmlformats.org/officeDocument/2006/relationships/presProps" Target="/ppt/presProps.xml" Id="Rfef99d1f406348b3" /><Relationship Type="http://schemas.openxmlformats.org/officeDocument/2006/relationships/viewProps" Target="/ppt/viewProps.xml" Id="R6bb20baf5b4c49a6" /><Relationship Type="http://schemas.openxmlformats.org/officeDocument/2006/relationships/tableStyles" Target="/ppt/tableStyles.xml" Id="Rfbcbeed0620248d7" /><Relationship Type="http://schemas.openxmlformats.org/officeDocument/2006/relationships/slide" Target="/ppt/slides/slide1.xml" Id="R535b8f71ca3a4718" /><Relationship Type="http://schemas.openxmlformats.org/officeDocument/2006/relationships/slide" Target="/ppt/slides/slide2.xml" Id="R14015eae41f74ed0" /><Relationship Type="http://schemas.openxmlformats.org/officeDocument/2006/relationships/slide" Target="/ppt/slides/slide3.xml" Id="R4adbbb69984b4067" /><Relationship Type="http://schemas.openxmlformats.org/officeDocument/2006/relationships/slide" Target="/ppt/slides/slide4.xml" Id="R6c9390d233f24be4" /><Relationship Type="http://schemas.openxmlformats.org/officeDocument/2006/relationships/slide" Target="/ppt/slides/slide5.xml" Id="R3c7d201bbb874c47" /><Relationship Type="http://schemas.openxmlformats.org/officeDocument/2006/relationships/slide" Target="/ppt/slides/slide6.xml" Id="Rb97be08ac36c4cd2" /><Relationship Type="http://schemas.openxmlformats.org/officeDocument/2006/relationships/slide" Target="/ppt/slides/slide7.xml" Id="R4759ebceab854fac" /><Relationship Type="http://schemas.openxmlformats.org/officeDocument/2006/relationships/slide" Target="/ppt/slides/slide8.xml" Id="R2d568a996af44d0c" /><Relationship Type="http://schemas.openxmlformats.org/officeDocument/2006/relationships/slide" Target="/ppt/slides/slide9.xml" Id="R634a6b0cfcd040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e8294659bd4a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9a78a67dd34b09" /><Relationship Type="http://schemas.openxmlformats.org/officeDocument/2006/relationships/notesMaster" Target="/ppt/notesMasters/notesMaster1.xml" Id="Ra6b7295f189543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3aad2858f04d0e" /><Relationship Type="http://schemas.openxmlformats.org/officeDocument/2006/relationships/notesMaster" Target="/ppt/notesMasters/notesMaster1.xml" Id="R03003ef71d9e4d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d083e172da4668" /><Relationship Type="http://schemas.openxmlformats.org/officeDocument/2006/relationships/notesMaster" Target="/ppt/notesMasters/notesMaster1.xml" Id="Rd5885de1035046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c6d1c17cb44113" /><Relationship Type="http://schemas.openxmlformats.org/officeDocument/2006/relationships/notesMaster" Target="/ppt/notesMasters/notesMaster1.xml" Id="R707bd653404b41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732257445a4fb9" /><Relationship Type="http://schemas.openxmlformats.org/officeDocument/2006/relationships/notesMaster" Target="/ppt/notesMasters/notesMaster1.xml" Id="Rd5dd11a6ed8d4e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8701f0096244af" /><Relationship Type="http://schemas.openxmlformats.org/officeDocument/2006/relationships/notesMaster" Target="/ppt/notesMasters/notesMaster1.xml" Id="Rc6cea86605ee4c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078dd51d9d4ae0" /><Relationship Type="http://schemas.openxmlformats.org/officeDocument/2006/relationships/notesMaster" Target="/ppt/notesMasters/notesMaster1.xml" Id="Rb38a8847001647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4ab794162f4f5e" /><Relationship Type="http://schemas.openxmlformats.org/officeDocument/2006/relationships/notesMaster" Target="/ppt/notesMasters/notesMaster1.xml" Id="R0afebc1119c94e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1e2918fcc1a4f04" /><Relationship Type="http://schemas.openxmlformats.org/officeDocument/2006/relationships/notesMaster" Target="/ppt/notesMasters/notesMaster1.xml" Id="R6e5e4dc54ba243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fa856e78f344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1c2197730d4849" /><Relationship Type="http://schemas.openxmlformats.org/officeDocument/2006/relationships/slideLayout" Target="/ppt/slideLayouts/slideLayout1.xml" Id="Rfd8ac1857b054e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8ac1857b054e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f12a23bc8b491b" /><Relationship Type="http://schemas.openxmlformats.org/officeDocument/2006/relationships/notesSlide" Target="/ppt/notesSlides/notesSlide1.xml" Id="Rd3830c3e985642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21602a49bd4735" /><Relationship Type="http://schemas.openxmlformats.org/officeDocument/2006/relationships/notesSlide" Target="/ppt/notesSlides/notesSlide2.xml" Id="R512efadb2d1e4b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a388fb84a74a11" /><Relationship Type="http://schemas.openxmlformats.org/officeDocument/2006/relationships/notesSlide" Target="/ppt/notesSlides/notesSlide3.xml" Id="R0b9f1014f25b41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37d9d0dfbf4857" /><Relationship Type="http://schemas.openxmlformats.org/officeDocument/2006/relationships/notesSlide" Target="/ppt/notesSlides/notesSlide4.xml" Id="Rd4f666d594a84e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bd298f04b4618" /><Relationship Type="http://schemas.openxmlformats.org/officeDocument/2006/relationships/notesSlide" Target="/ppt/notesSlides/notesSlide5.xml" Id="R11ec05fb60b14e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599699cbbe4160" /><Relationship Type="http://schemas.openxmlformats.org/officeDocument/2006/relationships/notesSlide" Target="/ppt/notesSlides/notesSlide6.xml" Id="R6460a15ffb2742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114e7bc4343ed" /><Relationship Type="http://schemas.openxmlformats.org/officeDocument/2006/relationships/notesSlide" Target="/ppt/notesSlides/notesSlide7.xml" Id="Reb3e57598e754e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ac67ba926e4585" /><Relationship Type="http://schemas.openxmlformats.org/officeDocument/2006/relationships/notesSlide" Target="/ppt/notesSlides/notesSlide8.xml" Id="R6403376f0ba041a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263cf918a4d73" /><Relationship Type="http://schemas.openxmlformats.org/officeDocument/2006/relationships/notesSlide" Target="/ppt/notesSlides/notesSlide9.xml" Id="Raf3e389e6a644d2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FE2182-5220-455B-AAD4-122551F6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C5B779-E45E-4F1B-A763-4549435F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62A57-8B2E-4CC7-8777-57C87BF6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723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3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SO-101 로봇팔 환경 세팅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2827FA-4735-45C2-BC4A-D0A45914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43050"/>
            <a:ext cx="704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컴퓨터와 로봇팔을 연결하고 안전하게 조종하기 위한 기본 과정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70C985-2CBF-458A-904D-4CD87C8F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0"/>
          </a:solidFill>
          <a:ln xmlns:a="http://schemas.openxmlformats.org/drawingml/2006/main" w="14288">
            <a:solidFill>
              <a:srgbClr val="0E7C8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0A041C-CAE7-45BE-8C86-01FB5A49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194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컴퓨터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1ED39D-92B5-46CC-97CF-A04F88D5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6235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제어 환경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A99AD7-8B72-4390-AAF7-3F6C5F81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314700"/>
            <a:ext cx="400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583BDF-667F-497C-A1B2-38A971A8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67050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F"/>
          </a:solidFill>
          <a:ln xmlns:a="http://schemas.openxmlformats.org/drawingml/2006/main" w="14288">
            <a:solidFill>
              <a:srgbClr val="0E7C8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5BA85A-1EB5-4F90-B4B7-52D3D746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194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USB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0F1BB0-F2CD-4477-A235-DF1BBA58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6235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연결 통로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5AB925-9008-49C9-B6DC-E2FEBC32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314700"/>
            <a:ext cx="400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38F8B3-5C81-4E94-ABA6-0F6B6FE0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6705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0"/>
          </a:solidFill>
          <a:ln xmlns:a="http://schemas.openxmlformats.org/drawingml/2006/main" w="14288">
            <a:solidFill>
              <a:srgbClr val="0E7C8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C78002-EB4E-4D8B-96E1-C670B3D1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194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SO-101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36ED8E-BF9A-40CA-B5B6-4D2A42C4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62350"/>
            <a:ext cx="1771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로봇팔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1A7774-F47D-4774-831D-7D2179EC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90850"/>
            <a:ext cx="2571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FC4EBD-3820-4F1C-8322-5B217B0F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14675"/>
            <a:ext cx="2228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핵심: 바로 움직이기보다 먼저 확인한다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504E7B-E95E-4273-81FE-3D9D878E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9334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24D893-EE79-4821-A055-0FEDED23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SO-101 로봇팔 환경 세팅 안내 | AI와 카메라 단계 제외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7EAC0A-77B0-4D6D-97E7-7B36C0D6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2497887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C895FB-29CA-4401-9FE4-51E20815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83D666-BFA7-40C6-8BE0-9169DF52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STARTING 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9369C0-7BBA-4C26-A3B4-7412EEA9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A1F822-6C9D-4EBD-B620-745C2A2F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685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로봇팔은 USB만 꽂는다고 바로 움직이지 않는다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F06927-6C8C-4B7C-BC64-AE15A47A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676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먼저 컴퓨터가 장치를 알아보고, 모터와 움직임 범위를 확인해야 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43F339-0F76-4116-9853-6045F0F7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952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E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C8A2B4-377C-4359-AEBD-6EB25A69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DBDF72-F2D6-4F4D-AEF1-FD1BF450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33750"/>
            <a:ext cx="2533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인식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7D439C-8540-4D4B-9C5A-1BD01090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33800"/>
            <a:ext cx="25336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컴퓨터가 로봇팔을 연결된 장치로 확인하는 단계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10FD0C-EABA-4367-87CB-723909E0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43250"/>
            <a:ext cx="2952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E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EE6C9D-7A71-4579-93CB-76A7B6AC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432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C23FAD-3383-4A7C-B640-06AB61CE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333750"/>
            <a:ext cx="2533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설정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241E06-C90E-473E-862C-7AEA44D7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733800"/>
            <a:ext cx="25336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모터 번호와 통신 조건이 맞는지 확인하는 단계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1663E7-B3AD-4E53-9028-68D6DD6E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43250"/>
            <a:ext cx="2952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E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1EC0F4-2725-483F-B92F-631FE6BE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432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93CECF-A7B6-4B68-B6E8-12FD045F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33750"/>
            <a:ext cx="2533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안전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F0227E-1C1B-4A2F-9213-C8CC56A3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33800"/>
            <a:ext cx="25336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움직일 수 있는 범위를 알려주고 조종을 시험하는 단계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6C076C-C960-41B5-AE0B-190C5164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9334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CD0AB3-EAF3-4BA0-8BE4-98EF3D6B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SO-101 로봇팔 환경 세팅 안내 | AI와 카메라 단계 제외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A07CD4-7EC0-486B-B9A2-031AA894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264374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613B7C-871E-4FE3-AD7A-175468E4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89B49E-A1E9-4070-B291-6642631A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DDAE82-2E06-4131-8ADE-BBE9F9ED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12DD8B-B12D-49D7-9EC5-685B0985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685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전체 세팅은 작은 확인 단계를 순서대로 통과하는 과정이다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352F25-E458-4020-97D4-7D8C3EFF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676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앞 단계가 안정적이어야 다음 단계에서 로봇팔이 예측 가능하게 움직인다.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24A517-6B13-4EAC-8454-270D9626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381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0"/>
          </a:solidFill>
          <a:ln xmlns:a="http://schemas.openxmlformats.org/drawingml/2006/main" w="14288">
            <a:solidFill>
              <a:srgbClr val="0E7C8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125C8B-2773-42BC-8443-3A567106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43275"/>
            <a:ext cx="1190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환경 준비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6D307B-83A3-4EEB-B4E6-9357ADC9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86175"/>
            <a:ext cx="1152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제어 도구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3510B8-A48B-4216-A16D-6A7FACC0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29000"/>
            <a:ext cx="400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4178F1-1F6F-47CA-9D7E-CB98102C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190875"/>
            <a:ext cx="1381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F"/>
          </a:solidFill>
          <a:ln xmlns:a="http://schemas.openxmlformats.org/drawingml/2006/main" w="14288">
            <a:solidFill>
              <a:srgbClr val="0E7C8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A5D9F6-A5FA-4F3D-BAF2-9186308B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343275"/>
            <a:ext cx="1190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USB 연결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023569-46FA-4F90-9787-F4B8FF8C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686175"/>
            <a:ext cx="1152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물리 연결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56A4BA-262D-4B57-8231-DB2A9E6F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429000"/>
            <a:ext cx="400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3BF15C-43EC-44BA-BE93-3DD54FDA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90875"/>
            <a:ext cx="1381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0"/>
          </a:solidFill>
          <a:ln xmlns:a="http://schemas.openxmlformats.org/drawingml/2006/main" w="14288">
            <a:solidFill>
              <a:srgbClr val="0E7C8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845273-7B8C-447D-94CC-B91BD20E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43275"/>
            <a:ext cx="1190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COM 포트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2AA0AE-21B4-424B-83A3-8535549D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86175"/>
            <a:ext cx="1152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연결 주소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EE713D-AADF-4A15-BC8B-DE9098AA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29000"/>
            <a:ext cx="400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5D5653-82E3-4F67-9BC2-F97FFA95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90875"/>
            <a:ext cx="1381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F"/>
          </a:solidFill>
          <a:ln xmlns:a="http://schemas.openxmlformats.org/drawingml/2006/main" w="14288">
            <a:solidFill>
              <a:srgbClr val="0E7C8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CD2D1E-BD56-46FC-9BFA-EB66C928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43275"/>
            <a:ext cx="1190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모터 ID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A3C822-727F-4163-990E-5E839379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86175"/>
            <a:ext cx="1152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관절 번호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658DF0-C0F9-4426-876F-F514FCE6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429000"/>
            <a:ext cx="400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6429BC-F355-44AB-8C09-4F746879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90875"/>
            <a:ext cx="1381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0"/>
          </a:solidFill>
          <a:ln xmlns:a="http://schemas.openxmlformats.org/drawingml/2006/main" w="14288">
            <a:solidFill>
              <a:srgbClr val="0E7C8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409D8D-1FEF-45D3-B4E8-A4522632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43275"/>
            <a:ext cx="1190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캘리브레이션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0CEE67-5721-454C-A17E-97168893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86175"/>
            <a:ext cx="1152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움직임 범위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347014-79D9-4FD2-91AF-03830447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429000"/>
            <a:ext cx="400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B49E7B-770C-41CA-A168-7D43B681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190875"/>
            <a:ext cx="1381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F"/>
          </a:solidFill>
          <a:ln xmlns:a="http://schemas.openxmlformats.org/drawingml/2006/main" w="14288">
            <a:solidFill>
              <a:srgbClr val="0E7C8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6C0658-4E3D-435E-9B84-32008820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343275"/>
            <a:ext cx="1190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조종 테스트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0D8068-E579-4681-9181-38934B39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686175"/>
            <a:ext cx="1152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따라 움직임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C99C92-1D8A-415A-8783-0D7CC3A0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10125"/>
            <a:ext cx="590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50B888-2531-4C21-82E8-CD5612CC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33950"/>
            <a:ext cx="5562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설정은 설치가 아니라 안전한 움직임을 준비하는 절차다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3C1EB9-DD52-413D-95D2-4C6829C9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9334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AE0502-39DD-4CC0-9DD6-8EBA5747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SO-101 로봇팔 환경 세팅 안내 | AI와 카메라 단계 제외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48F004-EC45-4B75-8DD2-6C56A267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2028968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85E25A-23A1-4F7B-870B-38315154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2C21E0-4D56-48D2-B229-466428A2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COMPUTER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2B4EDE-F325-4AAF-814A-2721CEC7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4F338-978B-46D6-84FC-6CBD229E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685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컴퓨터에는 로봇팔과 대화할 수 있는 실행 환경이 필요하다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F8BDA-CBAE-443B-9C03-E9E551B9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676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전용 작업 공간을 만들고 필요한 제어 도구를 설치하는 단계다.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5BAA2-338A-4690-A0FD-A8E47DED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480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FA01A4-48E9-4842-BAB1-669753DD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2420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CBABEB-BD3A-46B5-A910-A803AB3A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05752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Python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EC8E98-6B3B-47E8-BB28-53A814AE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343275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LeRobot을 실행하는 기본 언어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49E6C5-7C81-4ABA-89B3-F6BCB758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95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7CCED0-729D-4B4E-AA30-309A337E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719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39ADB4-7F26-48AB-9A52-19A7D990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10527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가상환경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F7EA75-52D5-46AE-9F78-79094B46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391025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이 프로젝트만의 깨끗한 실행 공간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33355C-1F58-4C37-84E1-F4930662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19B733-76DA-443D-9252-FB20F125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2420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05C8FA-1729-48F0-B69E-E7B735A1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5752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LeRobot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8C691D-EECD-47FD-AABC-39C14F1D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343275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SO-101을 제어하는 로봇 도구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9F1DBB-04CF-494C-9D36-CD8F866F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329E2F-C9B8-4967-91DA-D867C00B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719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56C446-8EF3-4AAE-B173-A2E8E51A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0527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통신 패키지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778E26-139F-4EB2-BEFB-31113491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391025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USB와 모터 통신을 가능하게 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BF66E1-AD31-4518-92E0-45143C47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86375"/>
            <a:ext cx="552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A734CD-A508-41F3-B725-646D0590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410200"/>
            <a:ext cx="5181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목표: 컴퓨터가 로봇팔 명령을 보낼 준비를 끝낸다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D5F5FE-1763-43EC-8718-20837C3D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9334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E38D03-54B7-4BBC-A484-D99725C6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SO-101 로봇팔 환경 세팅 안내 | AI와 카메라 단계 제외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111EED-6534-4337-A4A4-5D4A7569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0578026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C6C234-CC5E-4A77-BB82-5C13670C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9941A-0211-42F8-A3B1-EEAF9AD1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USB AND COM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2AA79B-3C4F-46F2-AC94-E67CBEA1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984D7-9652-4FF7-BBF8-49E18354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685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COM 포트는 컴퓨터가 로봇팔을 찾는 연결 주소다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7C7F99-6787-474B-9F8F-8A7B5A53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676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같은 로봇팔이라도 컴퓨터가 바뀌면 COM 번호가 달라질 수 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05DA01-E99D-4D51-87C8-517533C0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33750"/>
            <a:ext cx="180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0"/>
          </a:solidFill>
          <a:ln xmlns:a="http://schemas.openxmlformats.org/drawingml/2006/main" w="14288">
            <a:solidFill>
              <a:srgbClr val="0E7C8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AB1DC9-D625-499B-B096-40BD57CD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861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노트북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35C70C-10AA-4731-A8BB-08F70FD0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829050"/>
            <a:ext cx="1581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명령을 보내는 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D43B63-AF05-48EC-941F-A0ABF142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19500"/>
            <a:ext cx="400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AC3664-A67C-4AF5-9A3A-2C3A817C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33750"/>
            <a:ext cx="180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F"/>
          </a:solidFill>
          <a:ln xmlns:a="http://schemas.openxmlformats.org/drawingml/2006/main" w="14288">
            <a:solidFill>
              <a:srgbClr val="0E7C8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4EA26F-BCFB-4BB5-82C1-6B297BA9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861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COM 포트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33C653-39CF-42D4-9AAC-47CB7270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829050"/>
            <a:ext cx="1581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예: COM7, COM8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B70911-E23E-426B-A0BE-12537FE6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619500"/>
            <a:ext cx="400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E2C7EA-44E8-49D4-924F-9931F362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0"/>
            <a:ext cx="2190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0"/>
          </a:solidFill>
          <a:ln xmlns:a="http://schemas.openxmlformats.org/drawingml/2006/main" w="14288">
            <a:solidFill>
              <a:srgbClr val="0E7C8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EC94FD-C3EF-4F63-9FB7-5A13B0A7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4861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SO-101 보드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D74C50-CEA2-4D68-99AF-AA7C62BD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82905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명령을 받는 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D60580-8091-4B77-B23F-CB91353E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09900"/>
            <a:ext cx="22383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EC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DB1163-CF91-4349-A241-F346A656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099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A4CEF3-E6A9-41ED-B0FB-86BEA797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00400"/>
            <a:ext cx="18192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주의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4F6AED-544E-44C4-8725-B93023F4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00450"/>
            <a:ext cx="18192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포트 번호는 외워서 쓰는 값이 아니라 현재 컴퓨터에서 직접 확인하는 값이다.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D1BE85-3B97-4733-B987-ADB73863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9334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7383B3-0768-4C1C-B454-5F18FA1E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SO-101 로봇팔 환경 세팅 안내 | AI와 카메라 단계 제외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07F208-835E-4750-A51F-395CB2AA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3811201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6F3313-2114-409E-A118-14FE7C16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5A0630-24BE-4DFA-9BDF-B76CE508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MOTOR 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4EE88C-783E-4EAB-A51D-F3EEE00F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C9CAE6-20B1-4754-895F-B79C2CFC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685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모터 ID는 각 관절의 이름표 역할을 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C8FBE7-D12A-4BFE-8DBC-56B53E52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676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컴퓨터는 ID를 보고 어느 관절에 명령을 보낼지 결정한다.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C3D393-67C4-446D-9A4B-8401C170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838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F32357-C890-4598-9EB3-A82DFDE4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956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F0287D-7CDF-47F4-8470-385125CC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09925"/>
            <a:ext cx="704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AF1C87-CC90-47D1-A62A-C09F7568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76675"/>
            <a:ext cx="138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어깨 좌우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23C53C-9A84-4F10-AF8A-E99AF230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0956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4A9730-D0FE-4AFA-ADBA-11CBFBDB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209925"/>
            <a:ext cx="704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009DD2-B361-4E82-AF64-53171831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76675"/>
            <a:ext cx="138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어깨 위아래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2F8EB7-6100-4E02-BE6E-30DE9DA8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956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6772F8-D50D-441C-A4F1-BE792839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09925"/>
            <a:ext cx="704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BE55B3-2A84-464D-B5BD-66315284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876675"/>
            <a:ext cx="138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팔꿈치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BCED54-2875-47B5-B5FE-68E38874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0956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7D3D48-C30F-4049-9005-2BD0C0AB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209925"/>
            <a:ext cx="704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27E1D7-484C-4DF9-9B96-C372BC8A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76675"/>
            <a:ext cx="138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손목 굽힘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4BF802-7B57-4D23-853D-7BAA8EEC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956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CF23FA-CB0C-4E54-B058-A3536E80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09925"/>
            <a:ext cx="704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27E1A0-08D7-4424-949E-29201B89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876675"/>
            <a:ext cx="138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손목 회전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56A411-8F32-49D3-A9D5-17C45D40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0956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F7ABC1-FD5A-45D7-867F-07B8F338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209925"/>
            <a:ext cx="704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B1EFE5-DE48-4CAF-A9BA-F6B188B0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76675"/>
            <a:ext cx="138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집게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B88C56-E636-46E7-B2DA-157AFAD6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53000"/>
            <a:ext cx="895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ID가 틀리면 원하는 관절이 아니라 다른 관절이 움직이거나, 일부 모터가 응답하지 않을 수 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545537-F471-42C5-A97C-E3DE2C83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9334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C9747C-7E08-41E0-89BF-EEAE05F4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SO-101 로봇팔 환경 세팅 안내 | AI와 카메라 단계 제외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371503-2017-4384-8CBA-88C60E97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7003556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D6FC50-9717-412C-966F-D667FF4B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D1909E-BDEC-4B5A-A183-708E3985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CALIBRATION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64D586-5730-4703-AA17-81A0AEFB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41323-E3B9-4ABA-9D36-0288E2F9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685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캘리브레이션은 로봇팔에게 안전한 움직임 범위를 알려주는 과정이다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6D2C3E-4BA2-4CAF-8EE0-42922850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676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관절의 기준 위치와 최소/최대 범위를 천천히 확인한다.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339624-768E-47A5-AFDD-2F73D743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771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E6FB3F-7F8C-42C6-A85E-0402B162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2047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134010-B109-4887-AAED-7C90838F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71475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DF77B9-06AC-45DF-990D-152E7166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714750"/>
            <a:ext cx="2047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DFDFAA-364C-4351-989A-A774428C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48125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최소 범위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BB4D33-9128-45C3-ABBF-2DDAAA81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48125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안전한 움직임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7B7E1D-5B78-4460-90B8-773A29C4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48125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최대 범위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576640-A15D-4497-9519-DE4BA626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857750"/>
            <a:ext cx="666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A6FE6A-B156-41D0-9FB7-4223A863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981575"/>
            <a:ext cx="6324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힘으로 끝까지 밀지 않고, 부드럽게 움직이는 범위만 알려준다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53E428-4A20-4608-A76D-90A7EF0B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9334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1CE219-8119-49ED-B04B-C498D50A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SO-101 로봇팔 환경 세팅 안내 | AI와 카메라 단계 제외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3306D5-B629-4651-A997-CBE8F088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4504006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F5DB8A-D42A-4AD0-9E62-E0993E09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5DE685-E35C-48DA-843B-3D5ECD6A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TELEOPERATION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750F03-7FD0-4741-ACBF-0247B07F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B8D4B1-470D-4A97-ABE2-0009135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685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조종 테스트는 명령이 실제 움직임으로 이어지는지 확인하는 단계다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CD465C-D945-43AA-B39D-64D2040D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676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사람이 leader arm을 움직이면 follower arm이 따라 움직이는지 확인한다.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1A40FC-6749-4B90-A8DF-EFF39AD7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86125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F"/>
          </a:solidFill>
          <a:ln xmlns:a="http://schemas.openxmlformats.org/drawingml/2006/main" w="14288">
            <a:solidFill>
              <a:srgbClr val="0E7C8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A2DCD5-FB28-49D4-AA92-29F24191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38525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Leader arm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83099E-59BC-4E31-9766-5126A45F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81425"/>
            <a:ext cx="215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사람이 손으로 움직이는 조종용 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A1713E-E177-4BC0-AA8C-40B13445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19500"/>
            <a:ext cx="400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5685B7-0CCB-4F2B-ADBF-3C1E5B87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286125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0"/>
          </a:solidFill>
          <a:ln xmlns:a="http://schemas.openxmlformats.org/drawingml/2006/main" w="14288">
            <a:solidFill>
              <a:srgbClr val="0E7C8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DE7748-E5D3-4F6C-9B17-A4C6D641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438525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Follower arm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5E6EA4-974B-4A28-89B8-C5D8731A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781425"/>
            <a:ext cx="215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명령을 받아 실제로 움직이는 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AA8934-BCC0-4820-AD9D-9D46DE31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67050"/>
            <a:ext cx="2714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E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A57586-4962-4182-A2F6-4E6733F0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670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7F99F2-5B8E-4A27-AF2F-804F85CC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257550"/>
            <a:ext cx="229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확인할 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E375D2-71CF-47FC-BF35-47079823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657600"/>
            <a:ext cx="22955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방향이 맞는가?</a:t>
            </a:r>
          </a:p>
          <a:p xmlns:a="http://schemas.openxmlformats.org/drawingml/2006/main">
            <a:pPr algn="l">
              <a:def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갑자기 튀지 않는가?</a:t>
            </a:r>
          </a:p>
          <a:p xmlns:a="http://schemas.openxmlformats.org/drawingml/2006/main">
            <a:pPr algn="l">
              <a:def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이상한 소리나 과부하가 없는가?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A1260E-9ACA-4700-A0CE-CB4DCA9A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9334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7D83E5-E823-4182-8E77-4D567654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SO-101 로봇팔 환경 세팅 안내 | AI와 카메라 단계 제외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DF8979-AD96-4BF4-8A25-88E9AD11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9160911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4E501A-0F0A-46F8-AC4D-AED1266C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E3A41-1470-4F7B-9F13-D83A5C02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SAFETY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0C8079-9704-4209-9EFA-1343FD76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FF8CF3-5285-4DBE-9EFE-DCAD1F51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685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로봇팔 세팅의 마지막 기준은 정상 동작보다 안전한 동작이다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398AC7-4EEA-462B-91F6-AF2DD573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676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오류가 보이면 계속 실행하지 않고 원인을 확인한다.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41FC0D-7765-4D25-987B-6301E1BF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0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65A0D2-456A-45E7-BA6F-2BBC7B93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76575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A66582-0010-4ECB-B36C-18F5BB77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099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모터 인식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4B44EE-F0A2-41D9-AB48-8225697F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29565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1번부터 6번까지 응답하는가?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A13E3E-BD87-4EE2-8BB6-8793C4C6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481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12F78-8701-4836-9C3D-BDC5EDDD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24325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C1F348-3232-4828-B175-6324D875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576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움직임 방향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4F00D6-B8AB-4C6B-A6F2-1F8A60C3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4340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관절이 예상한 방향으로 움직이는가?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7C787D-2472-4574-BEAA-C0712727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0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106A7C-1A36-48E4-BA07-5317242E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76575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EF08BC-E7AC-46D4-ABFD-295BE8BD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099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캘리브레이션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D5B95B-C000-4ABB-9E10-8DDEF126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9565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범위가 너무 좁거나 넓지 않은가?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E86DC9-4B0E-4C65-A73B-F41A8864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481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B2E251-7BB8-47FC-B761-6AF069AE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24325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56DF6C-020B-4E2F-84B3-135EA10E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576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이상 신호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8CA8E8-F5B4-4786-850B-620FCA4F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34340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과부하, 튐, 소음이 없는가?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18692A-D734-4A88-82C3-00A5247A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34000"/>
            <a:ext cx="647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049166-F462-4059-9A7A-53510335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457825"/>
            <a:ext cx="613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환경 세팅은 로봇팔이 안전하게 통신하고 움직이도록 준비하는 과정이다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828385-4577-4FF2-8BDA-50ABA6B9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9334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CF694A-06A6-44E0-9197-2DE62937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F6872"/>
                </a:solidFill>
                <a:latin typeface="Malgun Gothic"/>
                <a:ea typeface="Malgun Gothic"/>
                <a:cs typeface="Malgun Gothic"/>
              </a:rPr>
              <a:t>SO-101 로봇팔 환경 세팅 안내 | AI와 카메라 단계 제외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225E09-0FEA-43BE-AA9F-A3D7D7DB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998052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2026-06-05T05:19:02.0560000Z</dcterms:created>
  <dcterms:modified xsi:type="dcterms:W3CDTF">2026-06-05T05:19:02.0560000Z</dcterms:modified>
</coreProperties>
</file>