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0f9ddee70040b6" /><Relationship Type="http://schemas.openxmlformats.org/officeDocument/2006/relationships/extended-properties" Target="/docProps/app.xml" Id="R28909116646742ab" /><Relationship Type="http://schemas.openxmlformats.org/officeDocument/2006/relationships/officeDocument" Target="/ppt/presentation.xml" Id="R174183f68f7b4f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5cd107dc1642b9"/>
  </p:sldMasterIdLst>
  <p:notesMasterIdLst>
    <p:notesMasterId xmlns:r="http://schemas.openxmlformats.org/officeDocument/2006/relationships" r:id="Rddaf024a24314882"/>
  </p:notesMasterIdLst>
  <p:sldIdLst>
    <p:sldId xmlns:r="http://schemas.openxmlformats.org/officeDocument/2006/relationships" id="256" r:id="R52d6063de04d470e"/>
    <p:sldId xmlns:r="http://schemas.openxmlformats.org/officeDocument/2006/relationships" id="257" r:id="Ra97ae3d52ebf4df2"/>
    <p:sldId xmlns:r="http://schemas.openxmlformats.org/officeDocument/2006/relationships" id="258" r:id="R50ed869008b34fd6"/>
    <p:sldId xmlns:r="http://schemas.openxmlformats.org/officeDocument/2006/relationships" id="259" r:id="Ra2404c90203f48fe"/>
    <p:sldId xmlns:r="http://schemas.openxmlformats.org/officeDocument/2006/relationships" id="260" r:id="R464f9be2d08d434c"/>
    <p:sldId xmlns:r="http://schemas.openxmlformats.org/officeDocument/2006/relationships" id="261" r:id="Re9bcee71d05e4dd5"/>
    <p:sldId xmlns:r="http://schemas.openxmlformats.org/officeDocument/2006/relationships" id="262" r:id="Re6aa9ca6e0df4104"/>
    <p:sldId xmlns:r="http://schemas.openxmlformats.org/officeDocument/2006/relationships" id="263" r:id="R743d503c21724e78"/>
    <p:sldId xmlns:r="http://schemas.openxmlformats.org/officeDocument/2006/relationships" id="264" r:id="R7e1f091a380146a0"/>
    <p:sldId xmlns:r="http://schemas.openxmlformats.org/officeDocument/2006/relationships" id="265" r:id="R0a5c2d77e96f45e2"/>
    <p:sldId xmlns:r="http://schemas.openxmlformats.org/officeDocument/2006/relationships" id="266" r:id="R20e880d51c4143b5"/>
    <p:sldId xmlns:r="http://schemas.openxmlformats.org/officeDocument/2006/relationships" id="267" r:id="R910d327a95494272"/>
    <p:sldId xmlns:r="http://schemas.openxmlformats.org/officeDocument/2006/relationships" id="268" r:id="Rae13b35dfab349bc"/>
    <p:sldId xmlns:r="http://schemas.openxmlformats.org/officeDocument/2006/relationships" id="269" r:id="R9455c29f65bd4aed"/>
    <p:sldId xmlns:r="http://schemas.openxmlformats.org/officeDocument/2006/relationships" id="270" r:id="R83d4942a36384546"/>
    <p:sldId xmlns:r="http://schemas.openxmlformats.org/officeDocument/2006/relationships" id="271" r:id="Rad2c33b2cdbe4ee1"/>
    <p:sldId xmlns:r="http://schemas.openxmlformats.org/officeDocument/2006/relationships" id="272" r:id="Rfca934169f5d49b5"/>
    <p:sldId xmlns:r="http://schemas.openxmlformats.org/officeDocument/2006/relationships" id="273" r:id="Reaa41d2e2c31405c"/>
    <p:sldId xmlns:r="http://schemas.openxmlformats.org/officeDocument/2006/relationships" id="274" r:id="R9b1db00c3d6a4911"/>
    <p:sldId xmlns:r="http://schemas.openxmlformats.org/officeDocument/2006/relationships" id="275" r:id="Ra07826234c6e4734"/>
    <p:sldId xmlns:r="http://schemas.openxmlformats.org/officeDocument/2006/relationships" id="276" r:id="Rdf30739ca3544eef"/>
    <p:sldId xmlns:r="http://schemas.openxmlformats.org/officeDocument/2006/relationships" id="277" r:id="R76350ea4983f4445"/>
    <p:sldId xmlns:r="http://schemas.openxmlformats.org/officeDocument/2006/relationships" id="278" r:id="Raaa33c16968442db"/>
    <p:sldId xmlns:r="http://schemas.openxmlformats.org/officeDocument/2006/relationships" id="279" r:id="R3c17dd7636b54206"/>
    <p:sldId xmlns:r="http://schemas.openxmlformats.org/officeDocument/2006/relationships" id="280" r:id="R9dbea6a72f4e42db"/>
    <p:sldId xmlns:r="http://schemas.openxmlformats.org/officeDocument/2006/relationships" id="281" r:id="R560fbe11c8534064"/>
    <p:sldId xmlns:r="http://schemas.openxmlformats.org/officeDocument/2006/relationships" id="282" r:id="Rc5600752c5d44d5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823e66f3c91408b" /><Relationship Type="http://schemas.openxmlformats.org/officeDocument/2006/relationships/slideMaster" Target="/ppt/slideMasters/slideMaster1.xml" Id="R4a5cd107dc1642b9" /><Relationship Type="http://schemas.openxmlformats.org/officeDocument/2006/relationships/notesMaster" Target="/ppt/notesMasters/notesMaster1.xml" Id="Rddaf024a24314882" /><Relationship Type="http://schemas.openxmlformats.org/officeDocument/2006/relationships/presProps" Target="/ppt/presProps.xml" Id="Refff7b217d174819" /><Relationship Type="http://schemas.openxmlformats.org/officeDocument/2006/relationships/tableStyles" Target="/ppt/tableStyles.xml" Id="Rc2dbf6ef23f045d7" /><Relationship Type="http://schemas.openxmlformats.org/officeDocument/2006/relationships/slide" Target="/ppt/slides/slide1.xml" Id="R52d6063de04d470e" /><Relationship Type="http://schemas.openxmlformats.org/officeDocument/2006/relationships/slide" Target="/ppt/slides/slide2.xml" Id="Ra97ae3d52ebf4df2" /><Relationship Type="http://schemas.openxmlformats.org/officeDocument/2006/relationships/slide" Target="/ppt/slides/slide3.xml" Id="R50ed869008b34fd6" /><Relationship Type="http://schemas.openxmlformats.org/officeDocument/2006/relationships/slide" Target="/ppt/slides/slide4.xml" Id="Ra2404c90203f48fe" /><Relationship Type="http://schemas.openxmlformats.org/officeDocument/2006/relationships/slide" Target="/ppt/slides/slide5.xml" Id="R464f9be2d08d434c" /><Relationship Type="http://schemas.openxmlformats.org/officeDocument/2006/relationships/slide" Target="/ppt/slides/slide6.xml" Id="Re9bcee71d05e4dd5" /><Relationship Type="http://schemas.openxmlformats.org/officeDocument/2006/relationships/slide" Target="/ppt/slides/slide7.xml" Id="Re6aa9ca6e0df4104" /><Relationship Type="http://schemas.openxmlformats.org/officeDocument/2006/relationships/slide" Target="/ppt/slides/slide8.xml" Id="R743d503c21724e78" /><Relationship Type="http://schemas.openxmlformats.org/officeDocument/2006/relationships/slide" Target="/ppt/slides/slide9.xml" Id="R7e1f091a380146a0" /><Relationship Type="http://schemas.openxmlformats.org/officeDocument/2006/relationships/slide" Target="/ppt/slides/slide10.xml" Id="R0a5c2d77e96f45e2" /><Relationship Type="http://schemas.openxmlformats.org/officeDocument/2006/relationships/slide" Target="/ppt/slides/slide11.xml" Id="R20e880d51c4143b5" /><Relationship Type="http://schemas.openxmlformats.org/officeDocument/2006/relationships/slide" Target="/ppt/slides/slide12.xml" Id="R910d327a95494272" /><Relationship Type="http://schemas.openxmlformats.org/officeDocument/2006/relationships/slide" Target="/ppt/slides/slide13.xml" Id="Rae13b35dfab349bc" /><Relationship Type="http://schemas.openxmlformats.org/officeDocument/2006/relationships/slide" Target="/ppt/slides/slide14.xml" Id="R9455c29f65bd4aed" /><Relationship Type="http://schemas.openxmlformats.org/officeDocument/2006/relationships/slide" Target="/ppt/slides/slide15.xml" Id="R83d4942a36384546" /><Relationship Type="http://schemas.openxmlformats.org/officeDocument/2006/relationships/slide" Target="/ppt/slides/slide16.xml" Id="Rad2c33b2cdbe4ee1" /><Relationship Type="http://schemas.openxmlformats.org/officeDocument/2006/relationships/slide" Target="/ppt/slides/slide17.xml" Id="Rfca934169f5d49b5" /><Relationship Type="http://schemas.openxmlformats.org/officeDocument/2006/relationships/slide" Target="/ppt/slides/slide18.xml" Id="Reaa41d2e2c31405c" /><Relationship Type="http://schemas.openxmlformats.org/officeDocument/2006/relationships/slide" Target="/ppt/slides/slide19.xml" Id="R9b1db00c3d6a4911" /><Relationship Type="http://schemas.openxmlformats.org/officeDocument/2006/relationships/slide" Target="/ppt/slides/slide20.xml" Id="Ra07826234c6e4734" /><Relationship Type="http://schemas.openxmlformats.org/officeDocument/2006/relationships/slide" Target="/ppt/slides/slide21.xml" Id="Rdf30739ca3544eef" /><Relationship Type="http://schemas.openxmlformats.org/officeDocument/2006/relationships/slide" Target="/ppt/slides/slide22.xml" Id="R76350ea4983f4445" /><Relationship Type="http://schemas.openxmlformats.org/officeDocument/2006/relationships/slide" Target="/ppt/slides/slide23.xml" Id="Raaa33c16968442db" /><Relationship Type="http://schemas.openxmlformats.org/officeDocument/2006/relationships/slide" Target="/ppt/slides/slide24.xml" Id="R3c17dd7636b54206" /><Relationship Type="http://schemas.openxmlformats.org/officeDocument/2006/relationships/slide" Target="/ppt/slides/slide25.xml" Id="R9dbea6a72f4e42db" /><Relationship Type="http://schemas.openxmlformats.org/officeDocument/2006/relationships/slide" Target="/ppt/slides/slide26.xml" Id="R560fbe11c8534064" /><Relationship Type="http://schemas.openxmlformats.org/officeDocument/2006/relationships/slide" Target="/ppt/slides/slide27.xml" Id="Rc5600752c5d44d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ac8cc7e8954c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fe452014c243ce" /><Relationship Type="http://schemas.openxmlformats.org/officeDocument/2006/relationships/notesMaster" Target="/ppt/notesMasters/notesMaster1.xml" Id="R57d032b7dd9e47a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2e1b41f43f44fa1" /><Relationship Type="http://schemas.openxmlformats.org/officeDocument/2006/relationships/notesMaster" Target="/ppt/notesMasters/notesMaster1.xml" Id="R5826f3a82ab443f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8c5ee04f37049a1" /><Relationship Type="http://schemas.openxmlformats.org/officeDocument/2006/relationships/notesMaster" Target="/ppt/notesMasters/notesMaster1.xml" Id="R1bc1ce8bb0a3460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9919a4bc7a74d35" /><Relationship Type="http://schemas.openxmlformats.org/officeDocument/2006/relationships/notesMaster" Target="/ppt/notesMasters/notesMaster1.xml" Id="R93b401438a064df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aa762689da84d08" /><Relationship Type="http://schemas.openxmlformats.org/officeDocument/2006/relationships/notesMaster" Target="/ppt/notesMasters/notesMaster1.xml" Id="R84973289ed87487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a6a528650534a23" /><Relationship Type="http://schemas.openxmlformats.org/officeDocument/2006/relationships/notesMaster" Target="/ppt/notesMasters/notesMaster1.xml" Id="R16884dd73aba482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c071bbf89694ac3" /><Relationship Type="http://schemas.openxmlformats.org/officeDocument/2006/relationships/notesMaster" Target="/ppt/notesMasters/notesMaster1.xml" Id="Rfc3c215de537498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b36ea40c7544bf1" /><Relationship Type="http://schemas.openxmlformats.org/officeDocument/2006/relationships/notesMaster" Target="/ppt/notesMasters/notesMaster1.xml" Id="R238687d7ddb4448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4677246fac84831" /><Relationship Type="http://schemas.openxmlformats.org/officeDocument/2006/relationships/notesMaster" Target="/ppt/notesMasters/notesMaster1.xml" Id="Rff289fc15d41417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ce7b7f2941146f9" /><Relationship Type="http://schemas.openxmlformats.org/officeDocument/2006/relationships/notesMaster" Target="/ppt/notesMasters/notesMaster1.xml" Id="R63bc2ee92b1d42a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76518dac7434157" /><Relationship Type="http://schemas.openxmlformats.org/officeDocument/2006/relationships/notesMaster" Target="/ppt/notesMasters/notesMaster1.xml" Id="R73cf30f147a64d3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f93dd7f10f24b90" /><Relationship Type="http://schemas.openxmlformats.org/officeDocument/2006/relationships/notesMaster" Target="/ppt/notesMasters/notesMaster1.xml" Id="Rb53be1d2d1034e9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8bbad50b1ce488d" /><Relationship Type="http://schemas.openxmlformats.org/officeDocument/2006/relationships/notesMaster" Target="/ppt/notesMasters/notesMaster1.xml" Id="R69b3e09186784c5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c881e22ee8445bf" /><Relationship Type="http://schemas.openxmlformats.org/officeDocument/2006/relationships/notesMaster" Target="/ppt/notesMasters/notesMaster1.xml" Id="Rb2008cd486c447d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bfae262bb9040b7" /><Relationship Type="http://schemas.openxmlformats.org/officeDocument/2006/relationships/notesMaster" Target="/ppt/notesMasters/notesMaster1.xml" Id="R3f1621d4d0b7469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3b23ed4bd794164" /><Relationship Type="http://schemas.openxmlformats.org/officeDocument/2006/relationships/notesMaster" Target="/ppt/notesMasters/notesMaster1.xml" Id="R783ba5e42f3c48a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54e2446a2794771" /><Relationship Type="http://schemas.openxmlformats.org/officeDocument/2006/relationships/notesMaster" Target="/ppt/notesMasters/notesMaster1.xml" Id="R9fc330b307bb4ab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d8fce243ec0403e" /><Relationship Type="http://schemas.openxmlformats.org/officeDocument/2006/relationships/notesMaster" Target="/ppt/notesMasters/notesMaster1.xml" Id="Rcb04dfd67c8b4aa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24ebcb1532d4567" /><Relationship Type="http://schemas.openxmlformats.org/officeDocument/2006/relationships/notesMaster" Target="/ppt/notesMasters/notesMaster1.xml" Id="Rf733ed0e5bd6495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05f079bbf4942f6" /><Relationship Type="http://schemas.openxmlformats.org/officeDocument/2006/relationships/notesMaster" Target="/ppt/notesMasters/notesMaster1.xml" Id="Rc312d2215a814cc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21e523fcda44852" /><Relationship Type="http://schemas.openxmlformats.org/officeDocument/2006/relationships/notesMaster" Target="/ppt/notesMasters/notesMaster1.xml" Id="Rf0336d9bd0a0489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1c7f6cababc4a7f" /><Relationship Type="http://schemas.openxmlformats.org/officeDocument/2006/relationships/notesMaster" Target="/ppt/notesMasters/notesMaster1.xml" Id="R8414cc59e86340f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c8895804e4d430b" /><Relationship Type="http://schemas.openxmlformats.org/officeDocument/2006/relationships/notesMaster" Target="/ppt/notesMasters/notesMaster1.xml" Id="Rad340a9d1c9e4b3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dc9d7c5af8641b8" /><Relationship Type="http://schemas.openxmlformats.org/officeDocument/2006/relationships/notesMaster" Target="/ppt/notesMasters/notesMaster1.xml" Id="R2b8df3418c084e7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4d2b57413a54359" /><Relationship Type="http://schemas.openxmlformats.org/officeDocument/2006/relationships/notesMaster" Target="/ppt/notesMasters/notesMaster1.xml" Id="Rba5ee4e2fed5474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941f3c205db4c10" /><Relationship Type="http://schemas.openxmlformats.org/officeDocument/2006/relationships/notesMaster" Target="/ppt/notesMasters/notesMaster1.xml" Id="Rcd57bfa0a4ef43f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ee848188bb9479a" /><Relationship Type="http://schemas.openxmlformats.org/officeDocument/2006/relationships/notesMaster" Target="/ppt/notesMasters/notesMaster1.xml" Id="Rd014cc65c88443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본 수업의 필수 목표는 양쪽 팔의 캘리브레이션 저장이다. 텔레오피는 교사 확인 후 선택 실습으로 진행한다.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https://huggingface.co/docs/lerobot/so101</a:t>
            </a:r>
          </a:p>
          <a:p xmlns:a="http://schemas.openxmlformats.org/drawingml/2006/main">
            <a:r>
              <a:t>User-provided classroom workflow and troubleshooting logs.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시간은 수업 운영 예시다. 다운로드와 오류 해결 시간을 고려해 교사는 설치를 사전 점검한다.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https://huggingface.co/docs/lerobot/so101</a:t>
            </a:r>
          </a:p>
          <a:p xmlns:a="http://schemas.openxmlformats.org/drawingml/2006/main">
            <a:r>
              <a:t>User-provided classroom workflow and troubleshooting logs.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 번호와 모터 ID는 다르다. 두 팔 모두 ID 1~6을 쓰지만, 서로 다른 제어 보드와 COM 포트에 연결한다.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https://huggingface.co/docs/lerobot/so101</a:t>
            </a:r>
          </a:p>
          <a:p xmlns:a="http://schemas.openxmlformats.org/drawingml/2006/main">
            <a:r>
              <a:t>User-provided classroom workflow and troubleshooting logs.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사례에서는 서로 다른 사양의 모터가 섞였다. 공식 SO-101 구성과 판매 키트 구성이 다를 수 있으므로 판매처 부품표를 우선 대조한다. 외형만으로 전압이나 기어비를 판단하지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https://huggingface.co/docs/lerobot/so101</a:t>
            </a:r>
          </a:p>
          <a:p xmlns:a="http://schemas.openxmlformats.org/drawingml/2006/main">
            <a:r>
              <a:t>User-provided classroom workflow and troubleshooting logs.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소프트웨어 종료가 실패하면 토크가 남아 있을 수 있다. 위험 시 물리 전원을 차단한다. 작동 중인 팔을 손으로 붙잡아 억지로 멈추지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https://huggingface.co/docs/lerobot/so101</a:t>
            </a:r>
          </a:p>
          <a:p xmlns:a="http://schemas.openxmlformats.org/drawingml/2006/main">
            <a:r>
              <a:t>User-provided classroom workflow and troubleshooting logs.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Linux 문법의 줄 연속 문자 \를 PowerShell에 붙이면 60\ 같은 인수 오류가 생길 수 있다. 각 코드 블록을 그대로 사용한다.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https://huggingface.co/docs/lerobot/so101</a:t>
            </a:r>
          </a:p>
          <a:p xmlns:a="http://schemas.openxmlformats.org/drawingml/2006/main">
            <a:r>
              <a:t>User-provided classroom workflow and troubleshooting logs.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Python 공식 Windows 설치 파일을 사용한다. 설치 권한 제한이나 학교 네트워크 차단은 교사에게 알린다.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https://huggingface.co/docs/lerobot/main/en/installation</a:t>
            </a:r>
          </a:p>
          <a:p xmlns:a="http://schemas.openxmlformats.org/drawingml/2006/main">
            <a:r>
              <a:t>User-provided classroom workflow and troubleshooting logs.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실제 문서 위치를 조회하므로 OneDrive와 한글 문서 폴더에서도 사용할 수 있다. 이후 .venv 내부 실행 파일을 직접 호출하므로 Activate.ps1 실행이 필요 없다.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https://huggingface.co/docs/lerobot/main/en/installation</a:t>
            </a:r>
          </a:p>
          <a:p xmlns:a="http://schemas.openxmlformats.org/drawingml/2006/main">
            <a:r>
              <a:t>User-provided classroom workflow and troubleshooting logs.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새 Windows에서 실제 설치 성공은 교사가 동일 노트북 환경에서 사전 점검해야 한다. 이 자료 생성 과정에서 학생 기기에 설치를 실행하지 않았다. 카메라 실습은 없으므로 별도 OpenCV 설치 단계는 생략한다.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https://huggingface.co/docs/lerobot/main/en/installation</a:t>
            </a:r>
          </a:p>
          <a:p xmlns:a="http://schemas.openxmlformats.org/drawingml/2006/main">
            <a:r>
              <a:t>User-provided classroom workflow and troubleshooting logs.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명령어를 찾을 수 없으면 작업 폴더와 .venv 설치 여부를 먼저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https://huggingface.co/docs/lerobot/main/en/installation</a:t>
            </a:r>
          </a:p>
          <a:p xmlns:a="http://schemas.openxmlformats.org/drawingml/2006/main">
            <a:r>
              <a:t>User-provided classroom workflow and troubleshooting logs.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USB를 뺐다 연결해 비교한다. 허브나 USB 단자를 바꾸면 번호가 달라질 수 있다. 장치 관리자에서 포트(COM 및 LPT)도 확인 가능하다.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https://huggingface.co/docs/lerobot/so101</a:t>
            </a:r>
          </a:p>
          <a:p xmlns:a="http://schemas.openxmlformats.org/drawingml/2006/main">
            <a:r>
              <a:t>User-provided classroom workflow and troubleshooting logs.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리더만 연결한 상태라면 리더 포트부터 확인한다. 팔로워 연결 후 해당 변수도 실제 번호로 지정한다.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https://huggingface.co/docs/lerobot/so101</a:t>
            </a:r>
          </a:p>
          <a:p xmlns:a="http://schemas.openxmlformats.org/drawingml/2006/main">
            <a:r>
              <a:t>User-provided classroom workflow and troubleshooting logs.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리더암 6번은 집게 조종 손잡이에 대응한다. 두 팔 각각 1~6을 지정한다.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https://huggingface.co/docs/lerobot/so101</a:t>
            </a:r>
          </a:p>
          <a:p xmlns:a="http://schemas.openxmlformats.org/drawingml/2006/main">
            <a:r>
              <a:t>User-provided classroom workflow and troubleshooting logs.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모터 전원만 끄고 USB는 유지한다. 전원 차단 시 COM 포트도 사라지는 보드라면 교사가 연결 방법을 확인한다. setup 명령은 ID와 통신 속도를 설정한다.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https://huggingface.co/docs/lerobot/so101</a:t>
            </a:r>
          </a:p>
          <a:p xmlns:a="http://schemas.openxmlformats.org/drawingml/2006/main">
            <a:r>
              <a:t>User-provided classroom workflow and troubleshooting logs.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입력 대기 문구를 읽고 그때 요구하는 관절만 연결한다. 이미 ID가 설정된 중고 모터도 단독 연결로 설정한다.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https://huggingface.co/docs/lerobot/so101</a:t>
            </a:r>
          </a:p>
          <a:p xmlns:a="http://schemas.openxmlformats.org/drawingml/2006/main">
            <a:r>
              <a:t>User-provided classroom workflow and troubleshooting logs.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팔로워 전원과 모터 정격을 확인한다. 두 팔의 부품을 섞지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https://huggingface.co/docs/lerobot/so101</a:t>
            </a:r>
          </a:p>
          <a:p xmlns:a="http://schemas.openxmlformats.org/drawingml/2006/main">
            <a:r>
              <a:t>User-provided classroom workflow and troubleshooting logs.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calibration JSON이 저장됐다는 사실만으로 정상 구동이 보장되지는 않는다. 센서 위치 읽기와 모터 구동은 별도로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https://huggingface.co/docs/lerobot/so101</a:t>
            </a:r>
          </a:p>
          <a:p xmlns:a="http://schemas.openxmlformats.org/drawingml/2006/main">
            <a:r>
              <a:t>User-provided classroom workflow and troubleshooting logs.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교사가 실물로 자세를 보여준다. 관절 축과 링크 방향을 기준으로 비교한다. 기준이 크게 어긋나면 구동 시작 시 큰 위치 차이가 생길 수 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https://huggingface.co/docs/lerobot/so101</a:t>
            </a:r>
          </a:p>
          <a:p xmlns:a="http://schemas.openxmlformats.org/drawingml/2006/main">
            <a:r>
              <a:t>User-provided classroom workflow and troubleshooting logs.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student_follower는 이 팔의 보정 파일 이름이다. 다른 팔에는 다른 ID를 사용한다. 기존 파일 질문에서 Enter만 누르면 재측정하지 않고 파일을 사용한다.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https://huggingface.co/docs/lerobot/so101</a:t>
            </a:r>
          </a:p>
          <a:p xmlns:a="http://schemas.openxmlformats.org/drawingml/2006/main">
            <a:r>
              <a:t>User-provided classroom workflow and troubleshooting logs.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토크가 풀린 상태에서도 무리한 힘을 주지 않는다. 기본 SO follower 코드의 wrist_roll은 범위 측정에서 빠지고 0~4095로 설정된다. 실제 안내 문구를 따른다.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https://huggingface.co/docs/lerobot/so101</a:t>
            </a:r>
          </a:p>
          <a:p xmlns:a="http://schemas.openxmlformats.org/drawingml/2006/main">
            <a:r>
              <a:t>User-provided classroom workflow and troubleshooting logs.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설치된 so_follower.py는 wrist_roll을 제외한 관절을 측정한 뒤 wrist_roll 범위를 0과 4095로 저장한다. 경계 통과 자체만으로 고장은 아니지만 잘못된 기준 자세와 범위는 불연속 명령으로 이어질 수 있다. 리더·팔로워 중간 자세와 조립 방향을 점검한다.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https://huggingface.co/docs/lerobot/so101</a:t>
            </a:r>
          </a:p>
          <a:p xmlns:a="http://schemas.openxmlformats.org/drawingml/2006/main">
            <a:r>
              <a:t>User-provided classroom workflow and troubleshooting logs.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팔로워 측정 때와 대응되는 관절 방향을 확인한다. 손잡이를 무리하게 꺾지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https://huggingface.co/docs/lerobot/so101</a:t>
            </a:r>
          </a:p>
          <a:p xmlns:a="http://schemas.openxmlformats.org/drawingml/2006/main">
            <a:r>
              <a:t>User-provided classroom workflow and troubleshooting logs.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교사는 오류 전체와 마지막 문장을 함께 확인한다. 통신이 끊긴 상태에서는 토크 해제 명령도 실패할 수 있다. 허브 없이 직접 연결하여 비교하는 것도 진단 방법이다.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https://huggingface.co/docs/lerobot/so101</a:t>
            </a:r>
          </a:p>
          <a:p xmlns:a="http://schemas.openxmlformats.org/drawingml/2006/main">
            <a:r>
              <a:t>User-provided classroom workflow and troubleshooting logs.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대화의 실제 오류 유형을 일반화한 점검 항목이다. 이 메시지만으로 부품 고장을 단정하지 않는다. 캘리브레이션 반복만으로 전기·기계 문제가 해결되지는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https://huggingface.co/docs/lerobot/so101</a:t>
            </a:r>
          </a:p>
          <a:p xmlns:a="http://schemas.openxmlformats.org/drawingml/2006/main">
            <a:r>
              <a:t>User-provided classroom workflow and troubleshooting logs.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JSON 경로는 저장 메시지에서 확인한다. 같은 팔을 다른 PC에서 사용할 때 보정 파일도 함께 옮기거나 다시 캘리브레이션한다. 여기까지가 2시간 필수 수업이다.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https://huggingface.co/docs/lerobot/so101</a:t>
            </a:r>
          </a:p>
          <a:p xmlns:a="http://schemas.openxmlformats.org/drawingml/2006/main">
            <a:r>
              <a:t>User-provided classroom workflow and troubleshooting logs.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선택 실습은 필수 2시간 분량 이후 또는 시간이 남을 때 진행한다. 카메라나 AI 학습을 포함하지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https://huggingface.co/docs/lerobot/so101</a:t>
            </a:r>
          </a:p>
          <a:p xmlns:a="http://schemas.openxmlformats.org/drawingml/2006/main">
            <a:r>
              <a:t>User-provided classroom workflow and troubleshooting logs.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max_relative_target은 한 제어 주기의 목표 위치 차이를 제한한다. 정확한 속도 제한이나 충돌 방지 기능은 아니다. 단위는 관절 정규화 설정에 따라 다르다. 통신 장애 시 소프트웨어 종료만으로 토크 해제를 보장하지 못한다.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https://huggingface.co/docs/lerobot/so101</a:t>
            </a:r>
          </a:p>
          <a:p xmlns:a="http://schemas.openxmlformats.org/drawingml/2006/main">
            <a:r>
              <a:t>User-provided classroom workflow and troubleshooting logs.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69fde4b65043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a00c78d0d64275" /><Relationship Type="http://schemas.openxmlformats.org/officeDocument/2006/relationships/slideLayout" Target="/ppt/slideLayouts/slideLayout1.xml" Id="R187f57c5bb48434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7f57c5bb48434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bd0144a1964ec8" /><Relationship Type="http://schemas.openxmlformats.org/officeDocument/2006/relationships/notesSlide" Target="/ppt/notesSlides/notesSlide1.xml" Id="Rf5c6f54fcb084e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1ee7522c934ca8" /><Relationship Type="http://schemas.openxmlformats.org/officeDocument/2006/relationships/notesSlide" Target="/ppt/notesSlides/notesSlide2.xml" Id="R4ee50847a61941f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6c508bb2d74dac" /><Relationship Type="http://schemas.openxmlformats.org/officeDocument/2006/relationships/notesSlide" Target="/ppt/notesSlides/notesSlide3.xml" Id="R4fb85429f1064c6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70fcdea3074942" /><Relationship Type="http://schemas.openxmlformats.org/officeDocument/2006/relationships/notesSlide" Target="/ppt/notesSlides/notesSlide4.xml" Id="Redb73120461f4fc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34f7334d8c49fe" /><Relationship Type="http://schemas.openxmlformats.org/officeDocument/2006/relationships/notesSlide" Target="/ppt/notesSlides/notesSlide5.xml" Id="R1698b1555e35408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95e862ec304cf9" /><Relationship Type="http://schemas.openxmlformats.org/officeDocument/2006/relationships/notesSlide" Target="/ppt/notesSlides/notesSlide6.xml" Id="Rf823f258cfa0453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ac2d3214fa45fe" /><Relationship Type="http://schemas.openxmlformats.org/officeDocument/2006/relationships/notesSlide" Target="/ppt/notesSlides/notesSlide7.xml" Id="R054df59f31ed482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3bff5588cc4e27" /><Relationship Type="http://schemas.openxmlformats.org/officeDocument/2006/relationships/notesSlide" Target="/ppt/notesSlides/notesSlide8.xml" Id="R3fb856e8b06b4af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b94efadba04bf2" /><Relationship Type="http://schemas.openxmlformats.org/officeDocument/2006/relationships/notesSlide" Target="/ppt/notesSlides/notesSlide9.xml" Id="Ra79a3fa9df7c48b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64a4c1e7404102" /><Relationship Type="http://schemas.openxmlformats.org/officeDocument/2006/relationships/notesSlide" Target="/ppt/notesSlides/notesSlide10.xml" Id="R2d7a1188abdd419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0b7236579d4f02" /><Relationship Type="http://schemas.openxmlformats.org/officeDocument/2006/relationships/notesSlide" Target="/ppt/notesSlides/notesSlide11.xml" Id="R546640591d1f485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43a3c16e40448d" /><Relationship Type="http://schemas.openxmlformats.org/officeDocument/2006/relationships/notesSlide" Target="/ppt/notesSlides/notesSlide12.xml" Id="R10951f4fafc94b7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3552336b214349" /><Relationship Type="http://schemas.openxmlformats.org/officeDocument/2006/relationships/notesSlide" Target="/ppt/notesSlides/notesSlide13.xml" Id="Rc1b21b091c984e3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7c9036e84c49f4" /><Relationship Type="http://schemas.openxmlformats.org/officeDocument/2006/relationships/notesSlide" Target="/ppt/notesSlides/notesSlide14.xml" Id="R899f535d40be4ed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00b0949dbd43bf" /><Relationship Type="http://schemas.openxmlformats.org/officeDocument/2006/relationships/notesSlide" Target="/ppt/notesSlides/notesSlide15.xml" Id="Ra76789a7ddb4405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e82ac986634a1e" /><Relationship Type="http://schemas.openxmlformats.org/officeDocument/2006/relationships/notesSlide" Target="/ppt/notesSlides/notesSlide16.xml" Id="R249daa3b7925461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63d03a48994997" /><Relationship Type="http://schemas.openxmlformats.org/officeDocument/2006/relationships/notesSlide" Target="/ppt/notesSlides/notesSlide17.xml" Id="R50c29e11ee8b479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c1cd90cc2b4758" /><Relationship Type="http://schemas.openxmlformats.org/officeDocument/2006/relationships/notesSlide" Target="/ppt/notesSlides/notesSlide18.xml" Id="R45465574e55246a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3fd17590be43e6" /><Relationship Type="http://schemas.openxmlformats.org/officeDocument/2006/relationships/notesSlide" Target="/ppt/notesSlides/notesSlide19.xml" Id="R140f786bda754c4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0d896d44904313" /><Relationship Type="http://schemas.openxmlformats.org/officeDocument/2006/relationships/notesSlide" Target="/ppt/notesSlides/notesSlide20.xml" Id="R0d5adf867616402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7d866654374b20" /><Relationship Type="http://schemas.openxmlformats.org/officeDocument/2006/relationships/notesSlide" Target="/ppt/notesSlides/notesSlide21.xml" Id="R5bf0a48edee746e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2593775fdc4555" /><Relationship Type="http://schemas.openxmlformats.org/officeDocument/2006/relationships/notesSlide" Target="/ppt/notesSlides/notesSlide22.xml" Id="R32ae1733c3614aa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1206f390cf4b8c" /><Relationship Type="http://schemas.openxmlformats.org/officeDocument/2006/relationships/notesSlide" Target="/ppt/notesSlides/notesSlide23.xml" Id="R4ead7175ef4841c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9d935183d94d80" /><Relationship Type="http://schemas.openxmlformats.org/officeDocument/2006/relationships/notesSlide" Target="/ppt/notesSlides/notesSlide24.xml" Id="R4bd11844d1924ff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93f00d4b6e4df6" /><Relationship Type="http://schemas.openxmlformats.org/officeDocument/2006/relationships/notesSlide" Target="/ppt/notesSlides/notesSlide25.xml" Id="R68e2cd52b50a4ec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f28c5fd2e0427e" /><Relationship Type="http://schemas.openxmlformats.org/officeDocument/2006/relationships/notesSlide" Target="/ppt/notesSlides/notesSlide26.xml" Id="R062b77be0d5745a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67ba6602294748" /><Relationship Type="http://schemas.openxmlformats.org/officeDocument/2006/relationships/notesSlide" Target="/ppt/notesSlides/notesSlide27.xml" Id="R34489f91058d441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B2FAD3-D3D4-48F0-A268-ED031B6E0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rPr>
              <a:t>SO-101 로봇팔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597DBE-8C67-41F7-833D-31AC5C1F5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Windows 설치부터 모터 번호 지정, 캘리브레이션까지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07150C-A435-48D9-8536-B9D1560E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조립을 마친 리더암과 팔로워암 한 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E9C8EE-EA5F-4A48-A3EB-9D785D923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2시간 수업 / 명령어는 PowerShell에서 실행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4F4838-E3C5-4DE6-B195-86DAF8C46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608368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91F06E-1904-4A87-A350-783E7188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rPr>
              <a:t>수업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A3625B-1E01-427C-8692-B9869AF5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00~10분   장비와 안전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3B796F-613D-4E11-A559-1DF63F1F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10~40분   Python과 LeRobot 설치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92C66E-F20E-4BBF-A831-B44438FA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40~55분   USB 연결과 COM 포트 확인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D0D8E0-7B8D-42AA-B905-329E08B7C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55~90분   리더·팔로워 모터 ID 지정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EB625F-50D1-4B4B-BB77-3B62080EE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90~120분   중간 자세 설정, 범위 기록, 저장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185A09-B217-4A8E-87F0-0D5ECE294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874105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E88752-C209-4956-ADC1-59D42DE8C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rPr>
              <a:t>리더암과 팔로워암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56620C-B685-451F-9A77-0D69E550F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리더암: 사람이 손으로 움직이는 조종용 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409D10-09A5-4CAA-93F6-F2A6CC05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팔로워암: 명령을 받아 모터로 움직이는 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E61EC7-D2F6-45C7-8B0C-34319C2AE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COM 포트: 컴퓨터가 USB 장치를 구분하는 연결 번호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AB440E-BBD5-4FD6-8302-FE2CD01DC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모터 ID: 한 팔 안에서 각 관절을 구분하는 번호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A901CC-64CF-4607-81A2-97E82BE4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507006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D16BE6-62C0-44DE-9951-6BFC924AF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rPr>
              <a:t>준비물과 모터 구분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57D6E5-2B2B-4395-92F6-17A13D45F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Windows 노트북, 인터넷, 충전기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EC7A09-C555-4A6A-99CE-D70D1A0A3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조립된 팔 한 쌍, 제어 보드, 데이터 통신 USB 케이블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F23620-C757-40A1-9F1D-B20BDEAC4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모터 정격에 맞는 전원 어댑터와 팔 고정 장치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5A8E9D-8269-4892-AA37-D046CD1FC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모터 라벨의 전압·기어비와 키트 부품표 확인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F742D8-5D5B-477D-803C-5C399DF3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같은 STS3215라도 사양이 다를 수 있음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EE07BC-10B5-45C2-905D-A94BFB19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3383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A33832"/>
                </a:solidFill>
                <a:latin typeface="Malgun Gothic"/>
                <a:ea typeface="Malgun Gothic"/>
                <a:cs typeface="Malgun Gothic"/>
              </a:rPr>
              <a:t>모터를 강한 것·약한 것으로만 나누지 말고 관절별 사양 확인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54292A-879A-4794-AFE8-34D59A3D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116240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BB1F96-5C96-43E2-BD37-24B2667C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rPr>
              <a:t>전원과 케이블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4D505B-2BC1-494F-8BCB-0B5C3FB53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팔을 책상에 고정하고 주변 물건을 치운다.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1E2127-AF27-4CB5-B61E-3F9597AB3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모터 케이블을 교체할 때는 모터 전원을 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695609-46C0-4DB3-B4AA-DE7E8BB3E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배선을 확인한 다음 전원을 켠다.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DD935D-A7F7-489C-AFD2-4B75CA19A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관절과 집게 사이에 손가락을 넣지 않는다.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25B5EA-CA9E-422C-B51C-2CA3E1E1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멈춤·이상 소음·과부하가 발생하면 실습을 중단한다.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939108-B433-417E-BE55-B16B95E7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3383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A33832"/>
                </a:solidFill>
                <a:latin typeface="Malgun Gothic"/>
                <a:ea typeface="Malgun Gothic"/>
                <a:cs typeface="Malgun Gothic"/>
              </a:rPr>
              <a:t>전원을 끄면 팔이 내려올 수 있으므로 안전한 받침 준비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C6E5B7-B7BC-4ECE-9382-9C8E4B11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128436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261496-E0D8-4026-BD6E-88E59496D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rPr>
              <a:t>PowerShell 사용법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B5C08F-2414-4A40-8B81-1F1609C3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시작 메뉴에서 PowerShell을 검색해 연다.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3BCEE5-5C93-45AB-B8A8-ACBA208F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명령어만 복사한다. 앞의 PS C:\...&gt; 표시는 복사하지 않는다.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F785A3-E80C-4BCE-A33C-9A646C3C0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한 단계가 끝나고 입력 표시가 돌아오면 다음 단계를 실행한다.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9134D3-1B83-4B8D-80A2-7CF8701C7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오류가 나오면 마지막 오류 문장을 확인한다.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811271-9A86-4895-BABE-F5782F348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3383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A33832"/>
                </a:solidFill>
                <a:latin typeface="Malgun Gothic"/>
                <a:ea typeface="Malgun Gothic"/>
                <a:cs typeface="Malgun Gothic"/>
              </a:rPr>
              <a:t>이 자료의 명령어는 줄 끝에 역슬래시를 붙이지 않음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0CBB93-FF55-4C96-995E-BC47C9CB4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442109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7146F2-4DD5-47C9-AC5F-CDEB18D38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rPr>
              <a:t>Python 설치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8B9FA8-CFB6-41C6-91A6-D586BC010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8204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4C7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74C75"/>
                </a:solidFill>
                <a:latin typeface="Consolas"/>
                <a:ea typeface="Consolas"/>
                <a:cs typeface="Consolas"/>
              </a:rPr>
              <a:t>winget install --id Python.Python.3.12 -e --source winget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174C7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74C75"/>
                </a:solidFill>
                <a:latin typeface="Consolas"/>
                <a:ea typeface="Consolas"/>
                <a:cs typeface="Consolas"/>
              </a:rPr>
              <a:t># 설치 후 PowerShell을 다시 열고 확인</a:t>
            </a:r>
          </a:p>
          <a:p xmlns:a="http://schemas.openxmlformats.org/drawingml/2006/main">
            <a:pPr>
              <a:defRPr sz="1575" b="0">
                <a:solidFill>
                  <a:srgbClr val="174C7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74C75"/>
                </a:solidFill>
                <a:latin typeface="Consolas"/>
                <a:ea typeface="Consolas"/>
                <a:cs typeface="Consolas"/>
              </a:rPr>
              <a:t>py -3.12 --version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7990AB-8F54-4C57-99CA-D2C2C353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Python 3.12.x가 나오면 다음 단계로 진행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17253C-727C-4F78-A4C9-27F7B75D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3383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A33832"/>
                </a:solidFill>
                <a:latin typeface="Malgun Gothic"/>
                <a:ea typeface="Malgun Gothic"/>
                <a:cs typeface="Malgun Gothic"/>
              </a:rPr>
              <a:t>winget이 없으면 python.org에서 Python 3.12 설치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464C36-DBDD-496D-8047-7CC47C3B4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363286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11D225-7E4E-48F6-BAA6-504027D1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rPr>
              <a:t>작업 폴더와 가상환경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8AB9F5-982D-4361-BB23-8CC7E668D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8204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4C7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74C75"/>
                </a:solidFill>
                <a:latin typeface="Consolas"/>
                <a:ea typeface="Consolas"/>
                <a:cs typeface="Consolas"/>
              </a:rPr>
              <a:t>$Project = Join-Path ([Environment]::GetFolderPath('MyDocuments')) 'lerobot-so101'</a:t>
            </a:r>
          </a:p>
          <a:p xmlns:a="http://schemas.openxmlformats.org/drawingml/2006/main">
            <a:pPr>
              <a:defRPr sz="1575" b="0">
                <a:solidFill>
                  <a:srgbClr val="174C7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74C75"/>
                </a:solidFill>
                <a:latin typeface="Consolas"/>
                <a:ea typeface="Consolas"/>
                <a:cs typeface="Consolas"/>
              </a:rPr>
              <a:t>New-Item -ItemType Directory -Force -Path $Project | Out-Null</a:t>
            </a:r>
          </a:p>
          <a:p xmlns:a="http://schemas.openxmlformats.org/drawingml/2006/main">
            <a:pPr>
              <a:defRPr sz="1575" b="0">
                <a:solidFill>
                  <a:srgbClr val="174C7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74C75"/>
                </a:solidFill>
                <a:latin typeface="Consolas"/>
                <a:ea typeface="Consolas"/>
                <a:cs typeface="Consolas"/>
              </a:rPr>
              <a:t>Set-Location -LiteralPath $Project</a:t>
            </a:r>
          </a:p>
          <a:p xmlns:a="http://schemas.openxmlformats.org/drawingml/2006/main">
            <a:pPr>
              <a:defRPr sz="1575" b="0">
                <a:solidFill>
                  <a:srgbClr val="174C7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74C75"/>
                </a:solidFill>
                <a:latin typeface="Consolas"/>
                <a:ea typeface="Consolas"/>
                <a:cs typeface="Consolas"/>
              </a:rPr>
              <a:t>py -3.12 -m venv .venv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3B9F00-19FD-4CB9-B213-F352C986C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문서 폴더에 lerobot-so101을 만든다.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A0C3C3-2E9F-4126-B7EA-8B4D0E91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.venv는 이 실습에서 사용할 Python 공간이다.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4D553B-FB9D-4358-A08A-A1369DAB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863371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1C6934-D7E5-4A64-ADAE-8878392F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rPr>
              <a:t>LeRobot 설치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712EE9-C4DF-4258-A85A-5DEF36E73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8204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4C7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74C75"/>
                </a:solidFill>
                <a:latin typeface="Consolas"/>
                <a:ea typeface="Consolas"/>
                <a:cs typeface="Consolas"/>
              </a:rPr>
              <a:t>.\.venv\Scripts\python.exe -m pip install --upgrade pip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174C7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74C75"/>
                </a:solidFill>
                <a:latin typeface="Consolas"/>
                <a:ea typeface="Consolas"/>
                <a:cs typeface="Consolas"/>
              </a:rPr>
              <a:t>.\.venv\Scripts\python.exe -m pip install "lerobot[core_scripts,feetech]" pyserial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6C4815-C09E-48C1-805B-0DDF1B32E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다운로드와 설치가 끝날 때까지 기다린다.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F12955-BE4A-4E73-96A7-39D71F20C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에러가 나오면 다음 명령어를 실행하지 않는다.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EA104F-6781-4F08-A820-F537BE769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619075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8CC7B0-7D1F-40B7-A0E0-D31B8722D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rPr>
              <a:t>설치 확인과 다시 접속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76FD8D-500F-4CAE-BA2E-7A887D49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8204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4C7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74C75"/>
                </a:solidFill>
                <a:latin typeface="Consolas"/>
                <a:ea typeface="Consolas"/>
                <a:cs typeface="Consolas"/>
              </a:rPr>
              <a:t>$Project = Join-Path ([Environment]::GetFolderPath('MyDocuments')) 'lerobot-so101'</a:t>
            </a:r>
          </a:p>
          <a:p xmlns:a="http://schemas.openxmlformats.org/drawingml/2006/main">
            <a:pPr>
              <a:defRPr sz="1575" b="0">
                <a:solidFill>
                  <a:srgbClr val="174C7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74C75"/>
                </a:solidFill>
                <a:latin typeface="Consolas"/>
                <a:ea typeface="Consolas"/>
                <a:cs typeface="Consolas"/>
              </a:rPr>
              <a:t>Set-Location -LiteralPath $Project</a:t>
            </a:r>
          </a:p>
          <a:p xmlns:a="http://schemas.openxmlformats.org/drawingml/2006/main">
            <a:pPr>
              <a:defRPr sz="1575" b="0">
                <a:solidFill>
                  <a:srgbClr val="174C7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74C75"/>
                </a:solidFill>
                <a:latin typeface="Consolas"/>
                <a:ea typeface="Consolas"/>
                <a:cs typeface="Consolas"/>
              </a:rPr>
              <a:t>.\.venv\Scripts\python.exe -m pip show lerobot</a:t>
            </a:r>
          </a:p>
          <a:p xmlns:a="http://schemas.openxmlformats.org/drawingml/2006/main">
            <a:pPr>
              <a:defRPr sz="1575" b="0">
                <a:solidFill>
                  <a:srgbClr val="174C7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74C75"/>
                </a:solidFill>
                <a:latin typeface="Consolas"/>
                <a:ea typeface="Consolas"/>
                <a:cs typeface="Consolas"/>
              </a:rPr>
              <a:t>.\.venv\Scripts\lerobot-calibrate.exe --help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6294DD-0BCA-42E6-A0CB-B6333B95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LeRobot 정보와 도움말이 나오면 설치 확인 완료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8C1DCC-A20C-4C62-BF79-987B03BC4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PowerShell을 새로 열었을 때도 위의 첫 두 줄부터 실행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85720D-71CB-4D64-AAAC-3830F6B6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236013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83E215-6397-4DA2-BD91-2521991D9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rPr>
              <a:t>USB 포트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A40DB9-3BF7-4C16-A4FA-43F4EE57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8204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4C7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74C75"/>
                </a:solidFill>
                <a:latin typeface="Consolas"/>
                <a:ea typeface="Consolas"/>
                <a:cs typeface="Consolas"/>
              </a:rPr>
              <a:t>.\.venv\Scripts\python.exe -m serial.tools.list_ports -v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CF7FFF-65C9-46AD-9CE1-46A864A48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팔을 한 개씩 연결해 새로 나타나는 COM 번호를 찾는다.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3AB556-3C3A-4B26-A0A9-7168E42B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USB Serial / CH343 등의 장치 이름을 확인한다.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2AB270-5713-4AAE-8097-DF10A15B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Bluetooth 직렬 포트는 로봇팔 포트가 아니다.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A7F5AC-AC50-4F3D-A61F-140D20F00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3383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A33832"/>
                </a:solidFill>
                <a:latin typeface="Malgun Gothic"/>
                <a:ea typeface="Malgun Gothic"/>
                <a:cs typeface="Malgun Gothic"/>
              </a:rPr>
              <a:t>리더: COM____     팔로워: COM____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E093D1-F912-4435-82A1-8C4AACA2B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7555957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E09FE2-62FD-4A66-8961-1ADA92D0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rPr>
              <a:t>이후 명령어에서 사용할 포트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7BB151-D5B8-41F8-853D-3058D2ED9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8204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4C7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74C75"/>
                </a:solidFill>
                <a:latin typeface="Consolas"/>
                <a:ea typeface="Consolas"/>
                <a:cs typeface="Consolas"/>
              </a:rPr>
              <a:t>$LeaderPort = 'COM10'</a:t>
            </a:r>
          </a:p>
          <a:p xmlns:a="http://schemas.openxmlformats.org/drawingml/2006/main">
            <a:pPr>
              <a:defRPr sz="1575" b="0">
                <a:solidFill>
                  <a:srgbClr val="174C7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74C75"/>
                </a:solidFill>
                <a:latin typeface="Consolas"/>
                <a:ea typeface="Consolas"/>
                <a:cs typeface="Consolas"/>
              </a:rPr>
              <a:t>$FollowerPort = 'COM11'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49FB8A-3FE9-4D31-A951-5F6A6E64A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COM10과 COM11은 예시다. 실제로 찾은 번호로 바꾼다.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55D9DC-A1F2-4DF0-954D-7712E6A3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한 PowerShell 창에서 계속 진행한다.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5A40F2-8FCC-441C-90A5-9AAB7741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창을 새로 열면 작업 폴더 이동과 포트 변수 설정을 다시 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E3889E-2F8A-4C61-9D40-13A2ABE5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6806818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8D3B60-2888-49B9-8199-E7CF4073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rPr>
              <a:t>모터 ID와 관절 이름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B94E8D-FDF8-4786-9D36-2774A310F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1   shoulder_pan       밑부분 좌우 회전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7E955A-E730-4F71-8F58-C20940403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2   shoulder_lift        어깨 올리고 내리기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C5DDA1-7A44-4E5A-A847-48CCFE3F8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3   elbow_flex           팔꿈치 굽히기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18737E-3E1B-4157-9BAA-9F955080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4   wrist_flex             손목 굽히기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6BAB81-AA9E-4B2B-97E4-5B22461E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5   wrist_roll             손목 돌리기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EC096F-DBC9-4B7F-906F-453C414A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6   gripper                 집게 열고 닫기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2A32E1-EF39-41C8-BC1B-3AE04776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42830417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65B287-B101-477B-8F73-70F078F74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rPr>
              <a:t>ID 지정 때의 연결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65B07A-827C-4A7B-A19B-B1884F2B8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제어 보드에 대상 모터 한 개만 연결한다.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BC3586-564C-417D-AC64-1026EA3E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그 모터 뒤에 다른 모터가 연결되어 있으면 안 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2E61A8-834B-40BF-B246-86D2CB0A4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화면에 나온 관절 이름을 확인한다.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9B3861-7B0F-4E12-80AB-16E60961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연결 확인 후 전원을 켜고 Enter를 누른다.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FC2404-CE71-40E6-A6D8-7993163A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설정 완료를 확인하고 전원을 끈 뒤 다음 모터로 바꾼다.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5DE939-FC04-4A83-9F18-238BB809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3383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A33832"/>
                </a:solidFill>
                <a:latin typeface="Malgun Gothic"/>
                <a:ea typeface="Malgun Gothic"/>
                <a:cs typeface="Malgun Gothic"/>
              </a:rPr>
              <a:t>화면 안내 순서에 따라 진행 / 보통 집게 6번부터 시작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0CDE14-69BD-4FB5-A47F-EFBB443B1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31844019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F119C1-58E4-463B-A712-F7138B65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rPr>
              <a:t>리더암 모터 ID 지정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B9A129-82B9-45EE-9526-C5E7EF7ED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8204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4C7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74C75"/>
                </a:solidFill>
                <a:latin typeface="Consolas"/>
                <a:ea typeface="Consolas"/>
                <a:cs typeface="Consolas"/>
              </a:rPr>
              <a:t>.\.venv\Scripts\lerobot-setup-motors.exe --teleop.type=so101_leader `</a:t>
            </a:r>
          </a:p>
          <a:p xmlns:a="http://schemas.openxmlformats.org/drawingml/2006/main">
            <a:pPr>
              <a:defRPr sz="1575" b="0">
                <a:solidFill>
                  <a:srgbClr val="174C7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74C75"/>
                </a:solidFill>
                <a:latin typeface="Consolas"/>
                <a:ea typeface="Consolas"/>
                <a:cs typeface="Consolas"/>
              </a:rPr>
              <a:t>  --teleop.port=$LeaderPort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A578F6-18E6-4583-B8CF-F89C68A2B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gripper motor id set to 6: 집게 번호 설정 완료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1CA80E-F8EB-4C33-8EBE-CBFE23FDC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다음 관절 이름이 나오면 전원을 끄고 모터를 교체한다.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38D7A6-1861-417F-8D1E-523188399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6개 모두 완료하면 명령어가 끝난다.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57881B-11AD-4E0E-BB72-52550F17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1217102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AF8493-1317-4CB9-9FD8-B050BA312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rPr>
              <a:t>팔로워암 모터 ID 지정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68C73A-3CF6-42F9-82BE-43364441D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8204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4C7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74C75"/>
                </a:solidFill>
                <a:latin typeface="Consolas"/>
                <a:ea typeface="Consolas"/>
                <a:cs typeface="Consolas"/>
              </a:rPr>
              <a:t>.\.venv\Scripts\lerobot-setup-motors.exe --robot.type=so101_follower `</a:t>
            </a:r>
          </a:p>
          <a:p xmlns:a="http://schemas.openxmlformats.org/drawingml/2006/main">
            <a:pPr>
              <a:defRPr sz="1575" b="0">
                <a:solidFill>
                  <a:srgbClr val="174C7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74C75"/>
                </a:solidFill>
                <a:latin typeface="Consolas"/>
                <a:ea typeface="Consolas"/>
                <a:cs typeface="Consolas"/>
              </a:rPr>
              <a:t>  --robot.port=$FollowerPort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1857B3-6B2A-45AD-B1D0-5AB94C1A5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리더암과 같은 방법으로 6개를 설정한다.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DFB0D9-F3E9-4C88-9AE0-2080F0E96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완료 후 전원을 끄고 모터 케이블을 모두 연결한다.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44B2D1-B03A-4B0F-B990-4BC44B328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제어 보드에서 각 모터로 이어지는 연결을 확인한다.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E55001-380A-41C6-A15F-A6852A839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72912250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9BD992-1EF0-4776-B22A-19C7B1AEC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rPr>
              <a:t>캘리브레이션의 의미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45404D-BD12-42A9-B279-C033AAB87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관절의 기준 위치와 움직일 범위를 맞추는 작업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EF9934-1764-4508-82CE-886668169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모터 ID 지정이 끝난 다음 진행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68D2FA-7401-4A89-A825-6F516A3E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리더와 팔로워를 각각 측정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4430AA-ED01-43F4-869C-A12066B38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새 팔에 이전 팔의 보정 파일을 그대로 재사용하지 않음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FC028F-5435-4439-BE51-7BF878A7A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9642292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ECFBA1-E2FD-4BEB-994A-5A14D6567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rPr>
              <a:t>처음 잡는 자세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F485D7-E7D0-4C21-A0E9-0415D417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관절마다 움직일 수 있는 범위의 중간에 둔다.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2B9252-A14B-42F0-887A-0321F822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팔꿈치나 어깨를 끝까지 펴거나 접지 않는다.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541E48-2C74-4572-98AE-4ACC9BA9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집게는 중간 정도 열고 손목 케이블에 여유를 둔다.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568FCA-EC5D-4428-9DE7-30F5D85A5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리더와 팔로워의 대응 관절 방향을 비슷하게 맞춘다.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B8874D-9017-4BC4-B86F-923D94509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3383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A33832"/>
                </a:solidFill>
                <a:latin typeface="Malgun Gothic"/>
                <a:ea typeface="Malgun Gothic"/>
                <a:cs typeface="Malgun Gothic"/>
              </a:rPr>
              <a:t>중간 자세를 만든 뒤 화면 안내에 따라 Enter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025BF9-6BB5-42E9-81E0-720D0A30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4447241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261469-64B4-4543-B9E1-2AB0878D5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rPr>
              <a:t>팔로워암 캘리브레이션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253988-8EA4-4BD1-A09D-CF2E5053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8204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4C7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74C75"/>
                </a:solidFill>
                <a:latin typeface="Consolas"/>
                <a:ea typeface="Consolas"/>
                <a:cs typeface="Consolas"/>
              </a:rPr>
              <a:t>.\.venv\Scripts\lerobot-calibrate.exe --robot.type=so101_follower `</a:t>
            </a:r>
          </a:p>
          <a:p xmlns:a="http://schemas.openxmlformats.org/drawingml/2006/main">
            <a:pPr>
              <a:defRPr sz="1575" b="0">
                <a:solidFill>
                  <a:srgbClr val="174C7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74C75"/>
                </a:solidFill>
                <a:latin typeface="Consolas"/>
                <a:ea typeface="Consolas"/>
                <a:cs typeface="Consolas"/>
              </a:rPr>
              <a:t>  --robot.port=$FollowerPort --robot.id=student_follower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5BFDFA-07C7-48F9-8E31-A4B8ABED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기존 보정 파일 사용 질문이 나오면 c 입력 후 Enter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AF9C37-0EA8-4794-A338-A21A0B458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중간 자세 확인 질문에서 자세를 잡고 Enter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C180FB-1D94-4049-BA48-8CE8008E1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61687111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5637A3-9D22-4812-AE95-4066F151F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rPr>
              <a:t>움직임 범위 기록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7FBF43-CC13-49ED-8803-04E9970F1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각 관절을 손으로 천천히 한 개씩 움직인다.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A9068D-5F0E-40B9-8161-A3409E620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충돌하지 않는 사용 범위 양쪽 끝까지 움직인다.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1BF6D2-15DB-4773-A6D5-4DADE6BCF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MIN은 최솟값, POS는 현재값, MAX는 최댓값이다.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0A2716-ABD2-4FAC-9943-2CDC3AE6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측정할 관절의 MIN과 MAX가 바뀌는지 확인한다.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76E8D7-5BA8-45FC-8537-713AD2CE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완료 후 Enter를 누르고 저장 메시지를 확인한다.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FAC776-186D-405C-AB49-46EEEE20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3383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A33832"/>
                </a:solidFill>
                <a:latin typeface="Malgun Gothic"/>
                <a:ea typeface="Malgun Gothic"/>
                <a:cs typeface="Malgun Gothic"/>
              </a:rPr>
              <a:t>Calibration saved to ...json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F1C799-362A-4BF4-AFCF-7FD2BBF6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35825586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276483-0823-42F8-A875-59564B22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rPr>
              <a:t>5번 손목과 위치값 경계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1577C2-BBA0-4343-83AD-684A4DEA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기본 설정에서는 wrist_roll이 범위 기록 표에서 빠질 수 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4040B7-A16E-49E8-94A1-3D6D847B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표에 없다는 이유만으로 5번 모터 고장으로 판단하지 않는다.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C8FA77-9903-40C3-B4D0-2BC512875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원시 위치값 4095 다음이 0으로 바뀌는 것은 한 회전의 경계다.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4F17BA-71D0-4D78-8E4E-59F81071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사용 범위에서 값이 크게 튀면 교사에게 확인받고 재측정한다.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00E957-55F0-46F1-BFD8-3D700DE31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3383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A33832"/>
                </a:solidFill>
                <a:latin typeface="Malgun Gothic"/>
                <a:ea typeface="Malgun Gothic"/>
                <a:cs typeface="Malgun Gothic"/>
              </a:rPr>
              <a:t>기록 제외를 임의로 해제하거나 파일 숫자를 직접 고치지 않음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AF9F0A-B7FE-49DB-BDE2-79EDAA513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78518776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F2B626-B32D-4317-968C-FAEBDA24C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rPr>
              <a:t>리더암 캘리브레이션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460D04-E12C-4A7F-B26B-BA29F875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8204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4C7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74C75"/>
                </a:solidFill>
                <a:latin typeface="Consolas"/>
                <a:ea typeface="Consolas"/>
                <a:cs typeface="Consolas"/>
              </a:rPr>
              <a:t>.\.venv\Scripts\lerobot-calibrate.exe --teleop.type=so101_leader `</a:t>
            </a:r>
          </a:p>
          <a:p xmlns:a="http://schemas.openxmlformats.org/drawingml/2006/main">
            <a:pPr>
              <a:defRPr sz="1575" b="0">
                <a:solidFill>
                  <a:srgbClr val="174C7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74C75"/>
                </a:solidFill>
                <a:latin typeface="Consolas"/>
                <a:ea typeface="Consolas"/>
                <a:cs typeface="Consolas"/>
              </a:rPr>
              <a:t>  --teleop.port=$LeaderPort --teleop.id=student_leader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ABC1CF-BBB5-4ADE-900B-1DF9AF48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리더암도 중간 자세와 움직임 범위를 측정한다.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F2069C-7C3D-482B-8C07-25EBA0B00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다시 측정할 때는 c 입력 후 Enter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1BB5CE-3C4C-4915-A90A-5D5D3D6C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Calibration saved to 메시지가 나오는지 확인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1784D8-19D1-4179-92C9-AC7D8919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36036526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3547E0-CC04-4C64-AAA1-6F4D56714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rPr>
              <a:t>연결 오류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EB6F7C-73A6-4B89-9789-4DFB8174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Could not connect / Access denied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067286-4311-4507-AA3E-CD065A6A0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COM 번호 확인. FD와 같은 포트를 쓰는 프로그램 종료.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7A6ABE-6BEC-4306-994D-5A62B47C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Missing motor IDs / No status packet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AE0DCC-F6F2-4F56-98B6-D7E49A966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전원을 끄고 해당 모터 케이블·전원·ID 확인.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632357-1CA1-47F3-BE14-7FE89BB1A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ClearCommError / Incorrect status packet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9608D3-3EDC-4802-85B8-B6188BE8F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실습 중단. USB 케이블·허브·전원을 확인하고 포트 재검색.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58392E-9D71-4702-89F3-B35140448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57685292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607E0C-D878-4DAE-B4B3-2BF9D9DC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rPr>
              <a:t>멈춤·과부하·큰 움직임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831954-F6C0-486B-987E-B27BC15B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Overload: 구동을 멈추고 전원을 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01622A-2029-4DDD-A35A-84BFB5738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간섭, 모터 사양, 정격 전압, 부하를 교사와 확인한다.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E63BF0-7121-4CB0-B62F-253E5D4E4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펌웨어 불일치: 교사가 모델에 맞는 공식 절차로 처리한다.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D1B4A5-06A7-4472-8176-626BFCB90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시작할 때 크게 움직임: 중간 자세와 보정 파일을 확인한다.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9E8C14-2629-45CA-A948-8FB7C64EC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손으로 움직일 때 값이 변해도 구동이 정상이라는 뜻은 아니다.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2277AE-8163-4EA7-BB89-CB5459300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3383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A33832"/>
                </a:solidFill>
                <a:latin typeface="Malgun Gothic"/>
                <a:ea typeface="Malgun Gothic"/>
                <a:cs typeface="Malgun Gothic"/>
              </a:rPr>
              <a:t>과부하 보호를 끄거나 토크를 높여 억지로 진행하지 않음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1CD92F-148D-4576-AD6A-31F493B73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00145678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B88014-1C81-4F31-A75A-CFE2BCECB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rPr>
              <a:t>수업 완료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748D59-5BAB-4906-8660-BDAAF0B23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리더·팔로워 COM 번호를 기록했는가?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518DAC-F59C-4C7E-9911-2D6264AF0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두 팔의 모터 ID 1~6을 설정했는가?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E69E77-EAAA-442F-9B25-96116C31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양쪽 캘리브레이션 저장 메시지를 확인했는가?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48F8E6-6124-4153-BC83-0A3A5948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사용한 robot.id와 teleop.id를 기록했는가?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FBF18B-9E1E-4B44-B455-8D831EED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안전한 받침 위에 팔을 두고 전원을 껐는가?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C84F2C-6737-4013-AD80-A5A79F198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86551176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69735A-4741-46B8-8896-1F3B55494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rPr>
              <a:t>선택 실습: 텔레오피 준비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A0BDAB-561C-474E-9247-0040747A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교사가 6개 관절의 구동 상태와 보정값을 확인한다.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C0677B-472B-40C0-9402-FB385139A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두 팔을 비슷한 자세로 놓고 주변 공간을 비운다.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F7C48F-AACB-4AEA-B0BA-9DD041D03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한 사람이 리더를 조작하고 다른 사람은 전원 차단을 준비한다.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3653C2-F7B1-4B5D-9FCE-1177C3120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처음에는 작은 범위에서 한 관절씩 확인한다.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5A34EE-30B0-4615-878E-1D2D1209B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3383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A33832"/>
                </a:solidFill>
                <a:latin typeface="Malgun Gothic"/>
                <a:ea typeface="Malgun Gothic"/>
                <a:cs typeface="Malgun Gothic"/>
              </a:rPr>
              <a:t>오류나 갑작스러운 움직임이 있으면 바로 중단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7AB7DD-E2BD-4BBC-8571-0D50EC68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54841514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F443C1-8F89-48BE-82CD-2E0878C30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83B32"/>
                </a:solidFill>
                <a:latin typeface="Malgun Gothic"/>
                <a:ea typeface="Malgun Gothic"/>
                <a:cs typeface="Malgun Gothic"/>
              </a:rPr>
              <a:t>선택 실습: 1분 텔레오피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669D3B-B93E-4808-84B0-EC97A14AF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8204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4C7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74C75"/>
                </a:solidFill>
                <a:latin typeface="Consolas"/>
                <a:ea typeface="Consolas"/>
                <a:cs typeface="Consolas"/>
              </a:rPr>
              <a:t>.\.venv\Scripts\lerobot-teleoperate.exe --robot.type=so101_follower `</a:t>
            </a:r>
          </a:p>
          <a:p xmlns:a="http://schemas.openxmlformats.org/drawingml/2006/main">
            <a:pPr>
              <a:defRPr sz="1575" b="0">
                <a:solidFill>
                  <a:srgbClr val="174C7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74C75"/>
                </a:solidFill>
                <a:latin typeface="Consolas"/>
                <a:ea typeface="Consolas"/>
                <a:cs typeface="Consolas"/>
              </a:rPr>
              <a:t>  --robot.port=$FollowerPort --robot.id=student_follower --teleop.type=so101_leader `</a:t>
            </a:r>
          </a:p>
          <a:p xmlns:a="http://schemas.openxmlformats.org/drawingml/2006/main">
            <a:pPr>
              <a:defRPr sz="1575" b="0">
                <a:solidFill>
                  <a:srgbClr val="174C7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74C75"/>
                </a:solidFill>
                <a:latin typeface="Consolas"/>
                <a:ea typeface="Consolas"/>
                <a:cs typeface="Consolas"/>
              </a:rPr>
              <a:t>  --teleop.port=$LeaderPort --teleop.id=student_leader --fps=15 --teleop_time_s=60 `</a:t>
            </a:r>
          </a:p>
          <a:p xmlns:a="http://schemas.openxmlformats.org/drawingml/2006/main">
            <a:pPr>
              <a:defRPr sz="1575" b="0">
                <a:solidFill>
                  <a:srgbClr val="174C7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74C75"/>
                </a:solidFill>
                <a:latin typeface="Consolas"/>
                <a:ea typeface="Consolas"/>
                <a:cs typeface="Consolas"/>
              </a:rPr>
              <a:t>  --robot.max_relative_target=3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D4AAF3-D126-4137-857F-39E022297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Ctrl+C로 중단 / 60초가 지나면 자동 종료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5F11B9-8715-4EA9-91E9-138AF1390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22827"/>
                </a:solidFill>
                <a:latin typeface="Malgun Gothic"/>
                <a:ea typeface="Malgun Gothic"/>
                <a:cs typeface="Malgun Gothic"/>
              </a:rPr>
              <a:t>종료 시 토크가 풀려 팔이 내려올 수 있음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C74423-F268-4298-913E-3D3AA314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0166831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2026-09-18T02:47:50.8660000Z</dcterms:created>
  <dcterms:modified xsi:type="dcterms:W3CDTF">2026-09-18T02:47:50.8660000Z</dcterms:modified>
</coreProperties>
</file>