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5cd0ba2704aab" /><Relationship Type="http://schemas.openxmlformats.org/officeDocument/2006/relationships/extended-properties" Target="/docProps/app.xml" Id="R595cfab3f7e84b62" /><Relationship Type="http://schemas.openxmlformats.org/officeDocument/2006/relationships/officeDocument" Target="/ppt/presentation.xml" Id="R9b3c6a80d610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f6a5c295f54abf"/>
  </p:sldMasterIdLst>
  <p:notesMasterIdLst>
    <p:notesMasterId xmlns:r="http://schemas.openxmlformats.org/officeDocument/2006/relationships" r:id="R144348685a704714"/>
  </p:notesMasterIdLst>
  <p:sldIdLst>
    <p:sldId xmlns:r="http://schemas.openxmlformats.org/officeDocument/2006/relationships" id="256" r:id="Rc9a7ca4d1a434e9f"/>
    <p:sldId xmlns:r="http://schemas.openxmlformats.org/officeDocument/2006/relationships" id="257" r:id="Rb768088f406e46dc"/>
    <p:sldId xmlns:r="http://schemas.openxmlformats.org/officeDocument/2006/relationships" id="258" r:id="R5b4eacdf06a84d8f"/>
    <p:sldId xmlns:r="http://schemas.openxmlformats.org/officeDocument/2006/relationships" id="259" r:id="R05944799b8c34b38"/>
    <p:sldId xmlns:r="http://schemas.openxmlformats.org/officeDocument/2006/relationships" id="260" r:id="R0b932f9bd1644df0"/>
    <p:sldId xmlns:r="http://schemas.openxmlformats.org/officeDocument/2006/relationships" id="261" r:id="Ref0723fd835a4633"/>
    <p:sldId xmlns:r="http://schemas.openxmlformats.org/officeDocument/2006/relationships" id="262" r:id="R9dab722de2af4bd4"/>
    <p:sldId xmlns:r="http://schemas.openxmlformats.org/officeDocument/2006/relationships" id="263" r:id="R71c748eeab184bf3"/>
    <p:sldId xmlns:r="http://schemas.openxmlformats.org/officeDocument/2006/relationships" id="264" r:id="R6bf3e60fa9d842f3"/>
    <p:sldId xmlns:r="http://schemas.openxmlformats.org/officeDocument/2006/relationships" id="265" r:id="Rf8631eaf27584cba"/>
    <p:sldId xmlns:r="http://schemas.openxmlformats.org/officeDocument/2006/relationships" id="266" r:id="Ref5085d54b514c4a"/>
    <p:sldId xmlns:r="http://schemas.openxmlformats.org/officeDocument/2006/relationships" id="267" r:id="R8ec20e885e16420f"/>
    <p:sldId xmlns:r="http://schemas.openxmlformats.org/officeDocument/2006/relationships" id="268" r:id="R3a7300feb9ca4ff0"/>
    <p:sldId xmlns:r="http://schemas.openxmlformats.org/officeDocument/2006/relationships" id="269" r:id="R670fac5afd8742df"/>
    <p:sldId xmlns:r="http://schemas.openxmlformats.org/officeDocument/2006/relationships" id="270" r:id="Rab3c3eb3714b471d"/>
    <p:sldId xmlns:r="http://schemas.openxmlformats.org/officeDocument/2006/relationships" id="271" r:id="R0d31ae7ed0c146b6"/>
    <p:sldId xmlns:r="http://schemas.openxmlformats.org/officeDocument/2006/relationships" id="272" r:id="R008a288756da461d"/>
    <p:sldId xmlns:r="http://schemas.openxmlformats.org/officeDocument/2006/relationships" id="273" r:id="R8a73f8ab50584249"/>
    <p:sldId xmlns:r="http://schemas.openxmlformats.org/officeDocument/2006/relationships" id="274" r:id="R42c0f374ab1644b4"/>
    <p:sldId xmlns:r="http://schemas.openxmlformats.org/officeDocument/2006/relationships" id="275" r:id="R45a699329b4047f5"/>
    <p:sldId xmlns:r="http://schemas.openxmlformats.org/officeDocument/2006/relationships" id="276" r:id="R9a79db5d835e40e0"/>
    <p:sldId xmlns:r="http://schemas.openxmlformats.org/officeDocument/2006/relationships" id="277" r:id="Ra05e6343346e4de8"/>
    <p:sldId xmlns:r="http://schemas.openxmlformats.org/officeDocument/2006/relationships" id="278" r:id="Rf4bae208144641eb"/>
    <p:sldId xmlns:r="http://schemas.openxmlformats.org/officeDocument/2006/relationships" id="279" r:id="R98db48d220d54b2c"/>
    <p:sldId xmlns:r="http://schemas.openxmlformats.org/officeDocument/2006/relationships" id="280" r:id="Rb09e7641bdc24099"/>
    <p:sldId xmlns:r="http://schemas.openxmlformats.org/officeDocument/2006/relationships" id="281" r:id="R347ea50b96624f39"/>
    <p:sldId xmlns:r="http://schemas.openxmlformats.org/officeDocument/2006/relationships" id="282" r:id="Rbaeb684fd16848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cf5639e8ed484b" /><Relationship Type="http://schemas.openxmlformats.org/officeDocument/2006/relationships/slideMaster" Target="/ppt/slideMasters/slideMaster1.xml" Id="Rb1f6a5c295f54abf" /><Relationship Type="http://schemas.openxmlformats.org/officeDocument/2006/relationships/notesMaster" Target="/ppt/notesMasters/notesMaster1.xml" Id="R144348685a704714" /><Relationship Type="http://schemas.openxmlformats.org/officeDocument/2006/relationships/presProps" Target="/ppt/presProps.xml" Id="Rdfd7ad8f9bfb4a3e" /><Relationship Type="http://schemas.openxmlformats.org/officeDocument/2006/relationships/tableStyles" Target="/ppt/tableStyles.xml" Id="Rc0f512aa325f47c6" /><Relationship Type="http://schemas.openxmlformats.org/officeDocument/2006/relationships/slide" Target="/ppt/slides/slide1.xml" Id="Rc9a7ca4d1a434e9f" /><Relationship Type="http://schemas.openxmlformats.org/officeDocument/2006/relationships/slide" Target="/ppt/slides/slide2.xml" Id="Rb768088f406e46dc" /><Relationship Type="http://schemas.openxmlformats.org/officeDocument/2006/relationships/slide" Target="/ppt/slides/slide3.xml" Id="R5b4eacdf06a84d8f" /><Relationship Type="http://schemas.openxmlformats.org/officeDocument/2006/relationships/slide" Target="/ppt/slides/slide4.xml" Id="R05944799b8c34b38" /><Relationship Type="http://schemas.openxmlformats.org/officeDocument/2006/relationships/slide" Target="/ppt/slides/slide5.xml" Id="R0b932f9bd1644df0" /><Relationship Type="http://schemas.openxmlformats.org/officeDocument/2006/relationships/slide" Target="/ppt/slides/slide6.xml" Id="Ref0723fd835a4633" /><Relationship Type="http://schemas.openxmlformats.org/officeDocument/2006/relationships/slide" Target="/ppt/slides/slide7.xml" Id="R9dab722de2af4bd4" /><Relationship Type="http://schemas.openxmlformats.org/officeDocument/2006/relationships/slide" Target="/ppt/slides/slide8.xml" Id="R71c748eeab184bf3" /><Relationship Type="http://schemas.openxmlformats.org/officeDocument/2006/relationships/slide" Target="/ppt/slides/slide9.xml" Id="R6bf3e60fa9d842f3" /><Relationship Type="http://schemas.openxmlformats.org/officeDocument/2006/relationships/slide" Target="/ppt/slides/slide10.xml" Id="Rf8631eaf27584cba" /><Relationship Type="http://schemas.openxmlformats.org/officeDocument/2006/relationships/slide" Target="/ppt/slides/slide11.xml" Id="Ref5085d54b514c4a" /><Relationship Type="http://schemas.openxmlformats.org/officeDocument/2006/relationships/slide" Target="/ppt/slides/slide12.xml" Id="R8ec20e885e16420f" /><Relationship Type="http://schemas.openxmlformats.org/officeDocument/2006/relationships/slide" Target="/ppt/slides/slide13.xml" Id="R3a7300feb9ca4ff0" /><Relationship Type="http://schemas.openxmlformats.org/officeDocument/2006/relationships/slide" Target="/ppt/slides/slide14.xml" Id="R670fac5afd8742df" /><Relationship Type="http://schemas.openxmlformats.org/officeDocument/2006/relationships/slide" Target="/ppt/slides/slide15.xml" Id="Rab3c3eb3714b471d" /><Relationship Type="http://schemas.openxmlformats.org/officeDocument/2006/relationships/slide" Target="/ppt/slides/slide16.xml" Id="R0d31ae7ed0c146b6" /><Relationship Type="http://schemas.openxmlformats.org/officeDocument/2006/relationships/slide" Target="/ppt/slides/slide17.xml" Id="R008a288756da461d" /><Relationship Type="http://schemas.openxmlformats.org/officeDocument/2006/relationships/slide" Target="/ppt/slides/slide18.xml" Id="R8a73f8ab50584249" /><Relationship Type="http://schemas.openxmlformats.org/officeDocument/2006/relationships/slide" Target="/ppt/slides/slide19.xml" Id="R42c0f374ab1644b4" /><Relationship Type="http://schemas.openxmlformats.org/officeDocument/2006/relationships/slide" Target="/ppt/slides/slide20.xml" Id="R45a699329b4047f5" /><Relationship Type="http://schemas.openxmlformats.org/officeDocument/2006/relationships/slide" Target="/ppt/slides/slide21.xml" Id="R9a79db5d835e40e0" /><Relationship Type="http://schemas.openxmlformats.org/officeDocument/2006/relationships/slide" Target="/ppt/slides/slide22.xml" Id="Ra05e6343346e4de8" /><Relationship Type="http://schemas.openxmlformats.org/officeDocument/2006/relationships/slide" Target="/ppt/slides/slide23.xml" Id="Rf4bae208144641eb" /><Relationship Type="http://schemas.openxmlformats.org/officeDocument/2006/relationships/slide" Target="/ppt/slides/slide24.xml" Id="R98db48d220d54b2c" /><Relationship Type="http://schemas.openxmlformats.org/officeDocument/2006/relationships/slide" Target="/ppt/slides/slide25.xml" Id="Rb09e7641bdc24099" /><Relationship Type="http://schemas.openxmlformats.org/officeDocument/2006/relationships/slide" Target="/ppt/slides/slide26.xml" Id="R347ea50b96624f39" /><Relationship Type="http://schemas.openxmlformats.org/officeDocument/2006/relationships/slide" Target="/ppt/slides/slide27.xml" Id="Rbaeb684fd16848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791227ffe7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ec73d6b7f41a5" /><Relationship Type="http://schemas.openxmlformats.org/officeDocument/2006/relationships/notesMaster" Target="/ppt/notesMasters/notesMaster1.xml" Id="R11c8f168f66e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dcd5abb0141e5" /><Relationship Type="http://schemas.openxmlformats.org/officeDocument/2006/relationships/notesMaster" Target="/ppt/notesMasters/notesMaster1.xml" Id="R645b2bb7b957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f22054c8940c0" /><Relationship Type="http://schemas.openxmlformats.org/officeDocument/2006/relationships/notesMaster" Target="/ppt/notesMasters/notesMaster1.xml" Id="R72610df96a87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641dbc2f24425" /><Relationship Type="http://schemas.openxmlformats.org/officeDocument/2006/relationships/notesMaster" Target="/ppt/notesMasters/notesMaster1.xml" Id="Rf3be0fb1cfb44f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dd33e18be846d6" /><Relationship Type="http://schemas.openxmlformats.org/officeDocument/2006/relationships/notesMaster" Target="/ppt/notesMasters/notesMaster1.xml" Id="Rd03039b83a70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0c904fa2a7458d" /><Relationship Type="http://schemas.openxmlformats.org/officeDocument/2006/relationships/notesMaster" Target="/ppt/notesMasters/notesMaster1.xml" Id="Rf06764a66daf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f654e250344cd" /><Relationship Type="http://schemas.openxmlformats.org/officeDocument/2006/relationships/notesMaster" Target="/ppt/notesMasters/notesMaster1.xml" Id="Rf307d18536ea49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12b7c23cd4e17" /><Relationship Type="http://schemas.openxmlformats.org/officeDocument/2006/relationships/notesMaster" Target="/ppt/notesMasters/notesMaster1.xml" Id="R020d33181664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51b05a5f664ecb" /><Relationship Type="http://schemas.openxmlformats.org/officeDocument/2006/relationships/notesMaster" Target="/ppt/notesMasters/notesMaster1.xml" Id="R7f7f2e285d2448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13507adad24255" /><Relationship Type="http://schemas.openxmlformats.org/officeDocument/2006/relationships/notesMaster" Target="/ppt/notesMasters/notesMaster1.xml" Id="Rc692d96defae48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a8aed5bc53437d" /><Relationship Type="http://schemas.openxmlformats.org/officeDocument/2006/relationships/notesMaster" Target="/ppt/notesMasters/notesMaster1.xml" Id="R81aa640165d24d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4e30ef8f324b31" /><Relationship Type="http://schemas.openxmlformats.org/officeDocument/2006/relationships/notesMaster" Target="/ppt/notesMasters/notesMaster1.xml" Id="R88a678d08f4642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dd3b2b13c14182" /><Relationship Type="http://schemas.openxmlformats.org/officeDocument/2006/relationships/notesMaster" Target="/ppt/notesMasters/notesMaster1.xml" Id="R233deddb873140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cf39e7ed2940c0" /><Relationship Type="http://schemas.openxmlformats.org/officeDocument/2006/relationships/notesMaster" Target="/ppt/notesMasters/notesMaster1.xml" Id="R9a18ae0b067f40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d47648a5ff4d0f" /><Relationship Type="http://schemas.openxmlformats.org/officeDocument/2006/relationships/notesMaster" Target="/ppt/notesMasters/notesMaster1.xml" Id="R2e5148c754ee40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02b7c0d9804528" /><Relationship Type="http://schemas.openxmlformats.org/officeDocument/2006/relationships/notesMaster" Target="/ppt/notesMasters/notesMaster1.xml" Id="Rc847608004324f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3229bb23eb4fcb" /><Relationship Type="http://schemas.openxmlformats.org/officeDocument/2006/relationships/notesMaster" Target="/ppt/notesMasters/notesMaster1.xml" Id="R38cf84dbbc65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e6c0baafd44428" /><Relationship Type="http://schemas.openxmlformats.org/officeDocument/2006/relationships/notesMaster" Target="/ppt/notesMasters/notesMaster1.xml" Id="R9e1438a2dde7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adef0310ff40c3" /><Relationship Type="http://schemas.openxmlformats.org/officeDocument/2006/relationships/notesMaster" Target="/ppt/notesMasters/notesMaster1.xml" Id="Rea026fcc3cff48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585889a58948b2" /><Relationship Type="http://schemas.openxmlformats.org/officeDocument/2006/relationships/notesMaster" Target="/ppt/notesMasters/notesMaster1.xml" Id="Ree65a7c3e4df4b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14dcb8a36049de" /><Relationship Type="http://schemas.openxmlformats.org/officeDocument/2006/relationships/notesMaster" Target="/ppt/notesMasters/notesMaster1.xml" Id="R34c74c37430e46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6b92e490594c1f" /><Relationship Type="http://schemas.openxmlformats.org/officeDocument/2006/relationships/notesMaster" Target="/ppt/notesMasters/notesMaster1.xml" Id="Re7e3abaa5e6d42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50073163ed4744" /><Relationship Type="http://schemas.openxmlformats.org/officeDocument/2006/relationships/notesMaster" Target="/ppt/notesMasters/notesMaster1.xml" Id="R8db7d23b7dd94e3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6878e4a3484fc0" /><Relationship Type="http://schemas.openxmlformats.org/officeDocument/2006/relationships/notesMaster" Target="/ppt/notesMasters/notesMaster1.xml" Id="Rdc1b31a5ddd541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e6cc906a4349d9" /><Relationship Type="http://schemas.openxmlformats.org/officeDocument/2006/relationships/notesMaster" Target="/ppt/notesMasters/notesMaster1.xml" Id="Rc643d8f90d3547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2d1cb6e2b543ae" /><Relationship Type="http://schemas.openxmlformats.org/officeDocument/2006/relationships/notesMaster" Target="/ppt/notesMasters/notesMaster1.xml" Id="R5ed75b362ba846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059650c1584ad4" /><Relationship Type="http://schemas.openxmlformats.org/officeDocument/2006/relationships/notesMaster" Target="/ppt/notesMasters/notesMaster1.xml" Id="R4f3138b8b7554f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수업의 필수 목표는 양쪽 팔의 캘리브레이션 저장이다. 텔레오피는 교사 확인 후 선택 실습으로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시간은 수업 운영 예시다. 다운로드와 오류 해결 시간을 고려해 교사는 설치를 사전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번호와 모터 ID는 다르다. 두 팔 모두 ID 1~6을 쓰지만, 서로 다른 제어 보드와 COM 포트에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사례에서는 서로 다른 사양의 모터가 섞였다. 공식 SO-101 구성과 판매 키트 구성이 다를 수 있으므로 판매처 부품표를 우선 대조한다. 외형만으로 전압이나 기어비를 판단하지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소프트웨어 종료가 실패하면 토크가 남아 있을 수 있다. 위험 시 물리 전원을 차단한다. 작동 중인 팔을 손으로 붙잡아 억지로 멈추지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문법의 줄 연속 문자 \를 PowerShell에 붙이면 60\ 같은 인수 오류가 생길 수 있다. 각 코드 블록을 그대로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공식 Windows 설치 파일을 사용한다. 설치 권한 제한이나 학교 네트워크 차단은 교사에게 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문서 위치를 조회하므로 OneDrive와 한글 문서 폴더에서도 사용할 수 있다. 이후 .venv 내부 실행 파일을 직접 호출하므로 Activate.ps1 실행이 필요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Windows에서 실제 설치 성공은 교사가 동일 노트북 환경에서 사전 점검해야 한다. 이 자료 생성 과정에서 학생 기기에 설치를 실행하지 않았다. 카메라 실습은 없으므로 별도 OpenCV 설치 단계는 생략한다.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명령어를 찾을 수 없으면 작업 폴더와 .venv 설치 여부를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USB를 뺐다 연결해 비교한다. 허브나 USB 단자를 바꾸면 번호가 달라질 수 있다. 장치 관리자에서 포트(COM 및 LPT)도 확인 가능하다.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리더만 연결한 상태라면 리더 포트부터 확인한다. 팔로워 연결 후 해당 변수도 실제 번호로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리더암 6번은 집게 조종 손잡이에 대응한다. 두 팔 각각 1~6을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모터 전원만 끄고 USB는 유지한다. 전원 차단 시 COM 포트도 사라지는 보드라면 교사가 연결 방법을 확인한다. setup 명령은 ID와 통신 속도를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대기 문구를 읽고 그때 요구하는 관절만 연결한다. 이미 ID가 설정된 중고 모터도 단독 연결로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팔로워 전원과 모터 정격을 확인한다. 두 팔의 부품을 섞지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JSON이 저장됐다는 사실만으로 정상 구동이 보장되지는 않는다. 센서 위치 읽기와 모터 구동은 별도로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교사가 실물로 자세를 보여준다. 관절 축과 링크 방향을 기준으로 비교한다. 기준이 크게 어긋나면 구동 시작 시 큰 위치 차이가 생길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student_follower는 이 팔의 보정 파일 이름이다. 다른 팔에는 다른 ID를 사용한다. 기존 파일 질문에서 Enter만 누르면 재측정하지 않고 파일을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토크가 풀린 상태에서도 무리한 힘을 주지 않는다. 기본 SO follower 코드의 wrist_roll은 범위 측정에서 빠지고 0~4095로 설정된다. 실제 안내 문구를 따른다.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설치된 so_follower.py는 wrist_roll을 제외한 관절을 측정한 뒤 wrist_roll 범위를 0과 4095로 저장한다. 경계 통과 자체만으로 고장은 아니지만 잘못된 기준 자세와 범위는 불연속 명령으로 이어질 수 있다. 리더·팔로워 중간 자세와 조립 방향을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팔로워 측정 때와 대응되는 관절 방향을 확인한다. 손잡이를 무리하게 꺾지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교사는 오류 전체와 마지막 문장을 함께 확인한다. 통신이 끊긴 상태에서는 토크 해제 명령도 실패할 수 있다. 허브 없이 직접 연결하여 비교하는 것도 진단 방법이다.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대화의 실제 오류 유형을 일반화한 점검 항목이다. 이 메시지만으로 부품 고장을 단정하지 않는다. 캘리브레이션 반복만으로 전기·기계 문제가 해결되지는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경로는 저장 메시지에서 확인한다. 같은 팔을 다른 PC에서 사용할 때 보정 파일도 함께 옮기거나 다시 캘리브레이션한다. 여기까지가 2시간 필수 수업이다.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실습은 필수 2시간 분량 이후 또는 시간이 남을 때 진행한다. 카메라나 AI 학습을 포함하지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max_relative_target은 한 제어 주기의 목표 위치 차이를 제한한다. 정확한 속도 제한이나 충돌 방지 기능은 아니다. 단위는 관절 정규화 설정에 따라 다르다. 통신 장애 시 소프트웨어 종료만으로 토크 해제를 보장하지 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29703a1f7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d8ba13a5504e86" /><Relationship Type="http://schemas.openxmlformats.org/officeDocument/2006/relationships/slideLayout" Target="/ppt/slideLayouts/slideLayout1.xml" Id="R644140a4a254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140a4a254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518484b7947c4" /><Relationship Type="http://schemas.openxmlformats.org/officeDocument/2006/relationships/notesSlide" Target="/ppt/notesSlides/notesSlide1.xml" Id="R1184641203cb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4dd454324bf5" /><Relationship Type="http://schemas.openxmlformats.org/officeDocument/2006/relationships/notesSlide" Target="/ppt/notesSlides/notesSlide2.xml" Id="R4dfed5e8683f4a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5bb8c729a4d43" /><Relationship Type="http://schemas.openxmlformats.org/officeDocument/2006/relationships/notesSlide" Target="/ppt/notesSlides/notesSlide3.xml" Id="Rc0c50091206c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d60c7cbb04c65" /><Relationship Type="http://schemas.openxmlformats.org/officeDocument/2006/relationships/notesSlide" Target="/ppt/notesSlides/notesSlide4.xml" Id="R06f7ecf1ebc5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a7dd9a01d4a2b" /><Relationship Type="http://schemas.openxmlformats.org/officeDocument/2006/relationships/notesSlide" Target="/ppt/notesSlides/notesSlide5.xml" Id="R4e14be7d2516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09f6d1334188" /><Relationship Type="http://schemas.openxmlformats.org/officeDocument/2006/relationships/notesSlide" Target="/ppt/notesSlides/notesSlide6.xml" Id="R6c8c118ebe36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0d3af6ead4f59" /><Relationship Type="http://schemas.openxmlformats.org/officeDocument/2006/relationships/notesSlide" Target="/ppt/notesSlides/notesSlide7.xml" Id="R0fff9edf7289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a1ab7543a4d35" /><Relationship Type="http://schemas.openxmlformats.org/officeDocument/2006/relationships/notesSlide" Target="/ppt/notesSlides/notesSlide8.xml" Id="Rf4004e59fb314e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cd5de2d0f4b3d" /><Relationship Type="http://schemas.openxmlformats.org/officeDocument/2006/relationships/notesSlide" Target="/ppt/notesSlides/notesSlide9.xml" Id="R64f5f74a990d43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8f053b13640d9" /><Relationship Type="http://schemas.openxmlformats.org/officeDocument/2006/relationships/notesSlide" Target="/ppt/notesSlides/notesSlide10.xml" Id="R7459e2bfb72843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30b34865243b6" /><Relationship Type="http://schemas.openxmlformats.org/officeDocument/2006/relationships/notesSlide" Target="/ppt/notesSlides/notesSlide11.xml" Id="Ra67de3eb815b45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927524b29474a" /><Relationship Type="http://schemas.openxmlformats.org/officeDocument/2006/relationships/notesSlide" Target="/ppt/notesSlides/notesSlide12.xml" Id="R60b7e30f2dc7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f2b1d442c49cd" /><Relationship Type="http://schemas.openxmlformats.org/officeDocument/2006/relationships/notesSlide" Target="/ppt/notesSlides/notesSlide13.xml" Id="R57f6f56e6b844c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eb55b6faf4e8b" /><Relationship Type="http://schemas.openxmlformats.org/officeDocument/2006/relationships/notesSlide" Target="/ppt/notesSlides/notesSlide14.xml" Id="Ref3316070720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4db60c5004f8c" /><Relationship Type="http://schemas.openxmlformats.org/officeDocument/2006/relationships/notesSlide" Target="/ppt/notesSlides/notesSlide15.xml" Id="R88fd4510c5cc49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b858489e14f0b" /><Relationship Type="http://schemas.openxmlformats.org/officeDocument/2006/relationships/notesSlide" Target="/ppt/notesSlides/notesSlide16.xml" Id="R233fd4cc77e245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2b375f88b4d9d" /><Relationship Type="http://schemas.openxmlformats.org/officeDocument/2006/relationships/notesSlide" Target="/ppt/notesSlides/notesSlide17.xml" Id="Rb3679937db2c4b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a43bc4b454f77" /><Relationship Type="http://schemas.openxmlformats.org/officeDocument/2006/relationships/notesSlide" Target="/ppt/notesSlides/notesSlide18.xml" Id="R65418171c1114a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e2acb9d0e4c5a" /><Relationship Type="http://schemas.openxmlformats.org/officeDocument/2006/relationships/notesSlide" Target="/ppt/notesSlides/notesSlide19.xml" Id="R11435b01439140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5a66b7abf49e1" /><Relationship Type="http://schemas.openxmlformats.org/officeDocument/2006/relationships/notesSlide" Target="/ppt/notesSlides/notesSlide20.xml" Id="R97e9e5e0791f4a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a98cfc77f4c9f" /><Relationship Type="http://schemas.openxmlformats.org/officeDocument/2006/relationships/notesSlide" Target="/ppt/notesSlides/notesSlide21.xml" Id="Rdc7047f5a33e49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0be7b4bac4d19" /><Relationship Type="http://schemas.openxmlformats.org/officeDocument/2006/relationships/notesSlide" Target="/ppt/notesSlides/notesSlide22.xml" Id="Reb6e8c5ae7f049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a8fd2e84744fa" /><Relationship Type="http://schemas.openxmlformats.org/officeDocument/2006/relationships/notesSlide" Target="/ppt/notesSlides/notesSlide23.xml" Id="R4e29e6894656459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63718a434cd1" /><Relationship Type="http://schemas.openxmlformats.org/officeDocument/2006/relationships/notesSlide" Target="/ppt/notesSlides/notesSlide24.xml" Id="R894bf3a2a63642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85121f3694224" /><Relationship Type="http://schemas.openxmlformats.org/officeDocument/2006/relationships/notesSlide" Target="/ppt/notesSlides/notesSlide25.xml" Id="R0aa0550b9c5440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b0e95806548b5" /><Relationship Type="http://schemas.openxmlformats.org/officeDocument/2006/relationships/notesSlide" Target="/ppt/notesSlides/notesSlide26.xml" Id="Rcec79d6b8a7243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c03a74f443bf" /><Relationship Type="http://schemas.openxmlformats.org/officeDocument/2006/relationships/notesSlide" Target="/ppt/notesSlides/notesSlide27.xml" Id="R4820229d85b4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50D4A-6161-4D8B-B369-A1A58C48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SO-101 로봇팔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CEE8-D5F8-42DD-B5F9-9464316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Windows 설치부터 모터 번호 지정, 캘리브레이션까지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ED8E9-FC39-472C-8524-E389C23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조립을 마친 리더암과 팔로워암 한 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D3DF0-A915-4543-9949-7FD04D2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2시간 수업 / 명령어는 PowerShell에서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40F21-FD5A-4311-8305-7FAAFC3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0428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E2AC7-1248-40C5-BB1A-033BF05F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수업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9E062-DFDC-4949-9EC6-7C5EB432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00~10분   장비와 안전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1854-501D-426A-AD78-A8DC30E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10~40분   Python과 LeRobot 설치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E42C0-7793-4F05-9577-6015454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40~55분   USB 연결과 COM 포트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D9124-8CF0-4896-9208-1A3090A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55~90분   리더·팔로워 모터 ID 지정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71764-A112-4D78-996D-9387C0B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90~120분   중간 자세 설정, 범위 기록,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3478F-37BC-491F-A2DC-EDEA552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2209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6620-1398-42C3-92DF-B0F12A23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리더암과 팔로워암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24F1A-ADB2-4201-BB17-21D5F6D5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리더암: 사람이 손으로 움직이는 조종용 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A78F0-3898-48C4-8C41-899842EE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팔로워암: 명령을 받아 모터로 움직이는 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4331-B5AE-4DFD-B3AA-065DCC2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 포트: 컴퓨터가 USB 장치를 구분하는 연결 번호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CC74-FF42-434E-AB00-23DE812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ID: 한 팔 안에서 각 관절을 구분하는 번호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0CA16-64DF-46DF-A331-43E85B2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5601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30FE5-BF4A-42CB-9732-01FBB4FA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준비물과 모터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E6B43-C42C-4473-A706-28389BE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Windows 노트북, 인터넷, 충전기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758B8-C78D-4963-AADD-C542ED8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조립된 팔 한 쌍, 제어 보드, 데이터 통신 USB 케이블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F68E5-AA0F-4095-9507-1E89E5B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정격에 맞는 전원 어댑터와 팔 고정 장치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58617-0209-4FD8-A62C-51E1CD0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라벨의 전압·기어비와 키트 부품표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7EA3-DE67-474F-AFA5-CBF4C4B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같은 STS3215라도 사양이 다를 수 있음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A108D-BD0F-4A67-BDAC-9629133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모터를 강한 것·약한 것으로만 나누지 말고 관절별 사양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257C0-8D94-4B2B-8E3F-6D03E45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9182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FBFDC-DDA2-4064-83D7-0A3DE242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전원과 케이블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DBCB6-7831-4614-8626-6F4E554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팔을 책상에 고정하고 주변 물건을 치운다.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EFEA8-FC96-4DE1-9104-04C2124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케이블을 교체할 때는 모터 전원을 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B046A-FE95-4B02-AE17-F040086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배선을 확인한 다음 전원을 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E932-3104-440A-9282-3A477923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관절과 집게 사이에 손가락을 넣지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DB8FD-63B7-4BFF-B03C-71E5F6CE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멈춤·이상 소음·과부하가 발생하면 실습을 중단한다.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8A38D-A5F8-4F88-BBFE-1E9EF76A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전원을 끄면 팔이 내려올 수 있으므로 안전한 받침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8B968-2729-4593-93C5-72A447C6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0506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2F5C6-1587-4A15-B640-F08B4C0C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PowerShell 사용법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BC2CB-9516-417D-9AFF-6322EC6B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시작 메뉴에서 PowerShell을 검색해 연다.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5ADE1-8C6E-4496-B889-ECD700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명령어만 복사한다. 앞의 PS C:\...&gt; 표시는 복사하지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F63C3-7B0E-4E7A-94FC-C84BD802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단계가 끝나고 입력 표시가 돌아오면 다음 단계를 실행한다.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01217-3EFD-42D6-8866-B49861D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오류가 나오면 마지막 오류 문장을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C8843-39EA-42D8-AAA5-179CE87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이 자료의 명령어는 줄 끝에 역슬래시를 붙이지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D10D9-3C54-4908-9A0C-5974C5C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598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CE14-BBCA-4B11-9CB8-CA0FB19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Python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9661D-F1BA-49DB-BB6E-51EBEDB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winget install --id Python.Python.3.12 -e --source winget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# 설치 후 PowerShell을 다시 열고 확인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py -3.12 --version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24897-6628-488E-AC29-17E6ED53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Python 3.12.x가 나오면 다음 단계로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7A325-7A1C-4C8B-9180-DD6E9AED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winget이 없으면 python.org에서 Python 3.12 설치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85E95-351B-43EE-81BA-D8D71DBB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9003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2DF52-A21A-49BC-98E7-9B9785C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작업 폴더와 가상환경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B5303-49C6-4BF2-BAD9-AC6A9EB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New-Item -ItemType Directory -Force -Path $Project | Out-Null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8DACC-1E83-4EC2-A340-4BCE9A5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문서 폴더에 lerobot-so101을 만든다.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67CA6-DBDF-482E-8D47-637294D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.venv는 이 실습에서 사용할 Python 공간이다.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7C04F-316D-4868-9292-522E486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1076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0D68C-10B6-430A-B485-5D9C9A92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LeRobot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EFE3-5114-4483-8160-CEF6DB4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install --upgrade 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install "lerobot[core_scripts,feetech]" pyserial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0ACBB-F60C-458E-8E9B-D1B17E4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다운로드와 설치가 끝날 때까지 기다린다.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0D8F9-A5D8-425B-8053-077A5EED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에러가 나오면 다음 명령어를 실행하지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7BAA-9D78-4E72-8886-4E597E65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5083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52F03-ECC5-48C7-A0EE-5275EE62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설치 확인과 다시 접속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3FF3F-E877-494F-A19A-DA2761B6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show lerobot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555AA-C47F-450E-9412-A34D300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LeRobot 정보와 도움말이 나오면 설치 확인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21A4C-F4D0-4198-BFC4-07C666F0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PowerShell을 새로 열었을 때도 위의 첫 두 줄부터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4F886-4AE4-4217-B54B-F0CF6C7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619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2C3C8-6532-4AE6-BC28-CCDE562C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USB 포트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4C002-5391-47C2-83CE-CC2A1C8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33A70-CD9C-417D-90E0-3A2637A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팔을 한 개씩 연결해 새로 나타나는 COM 번호를 찾는다.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A48C-F53B-4096-9ECC-65B91CC0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USB Serial / CH343 등의 장치 이름을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2ACC0-9BCB-446E-8514-A3FA53C3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Bluetooth 직렬 포트는 로봇팔 포트가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4128C-C6EF-4460-ACF1-B42EDDC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리더: COM____     팔로워: COM____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A788C-C1F8-4F45-BE15-F044CD3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62203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D7EA7-4426-492F-BB48-74B7DC2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이후 명령어에서 사용할 포트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4D63B-4B0E-4923-8700-74E3606F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$LeaderPort = 'COM10'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$FollowerPort = 'COM11'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B79EB-8D76-4F1E-BEBD-0052FCF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COM10과 COM11은 예시다. 실제로 찾은 번호로 바꾼다.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ACAE4-FF80-4D1C-B491-964B0F6D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PowerShell 창에서 계속 진행한다.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F5139-B507-4E76-B77C-4AE21E5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창을 새로 열면 작업 폴더 이동과 포트 변수 설정을 다시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E80F8-4856-451F-AD65-95CF0B2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2086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3A3AC-47A6-4754-9207-A8D0081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모터 ID와 관절 이름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D84FF-6E81-40C3-AF98-8B5C003C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1   shoulder_pan       밑부분 좌우 회전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AE7E0-16A8-4635-BF2B-B0CA084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2   shoulder_lift        어깨 올리고 내리기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CCFDD-4C4C-43DE-87D5-2D9932C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3   elbow_flex           팔꿈치 굽히기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387AA-53BC-4B7B-B5EC-CDFA5D1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4   wrist_flex             손목 굽히기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565FB-D01F-4BC2-8837-193E685E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5   wrist_roll             손목 돌리기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12CA-B35C-4B20-A3B2-28F6A68A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6   gripper                 집게 열고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A20BD-0E5F-4039-B30B-F382A19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3307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8A957-EBED-4E78-AED2-DD781ED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ID 지정 때의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5BDE7-4CBE-4D62-9C40-E1B82668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제어 보드에 대상 모터 한 개만 연결한다.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F861C-ACC8-49D3-835F-3398BCB5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그 모터 뒤에 다른 모터가 연결되어 있으면 안 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9245-DA07-4D63-B2CE-C9F4131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화면에 나온 관절 이름을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1FD7C-B096-4F16-9440-E42B2B5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연결 확인 후 전원을 켜고 Enter를 누른다.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7453E-047A-46A2-ADD0-64C4532B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설정 완료를 확인하고 전원을 끈 뒤 다음 모터로 바꾼다.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7506E-BC97-44F1-BD76-F507F13C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화면 안내 순서에 따라 진행 / 보통 집게 6번부터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B03A3-53FD-4168-A3EF-53857FBB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66053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77A80-D2C5-4BAA-8630-FA32BC9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21B9F-E255-4F8B-A20D-A212847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.\.venv\Scripts\lerobot-setup-motors.exe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29CB6-B436-4AAC-8580-3262647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gripper motor id set to 6: 집게 번호 설정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1C803-1BFB-4E87-95BE-02EB9825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다음 관절 이름이 나오면 전원을 끄고 모터를 교체한다.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8E43C-F613-46A5-BAFD-7364FB9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6개 모두 완료하면 명령어가 끝난다.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94D8B-6FF9-4F51-8C2E-54C3699C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94620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939C-3BE0-486A-9CDD-CFF4BF4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팔로워암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51757-9CA1-4B47-A3CE-BFF837E5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.\.venv\Scripts\lerobot-setup-motors.exe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AD0BA-754A-42C4-93F4-8402712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리더암과 같은 방법으로 6개를 설정한다.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F677E-1DB9-4D1F-9A2D-F34CDE6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완료 후 전원을 끄고 모터 케이블을 모두 연결한다.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CD8C-9DEB-4E31-A096-3292DCB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제어 보드에서 각 모터로 이어지는 연결을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0FE98-BE67-4CDF-A400-623E0FC9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409239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1E5C3-335A-4354-85B9-3A4EE0C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캘리브레이션의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8EFB7-7B45-4499-95B1-26C4EFBE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관절의 기준 위치와 움직일 범위를 맞추는 작업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2C742-A751-408C-8D80-F58734B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ID 지정이 끝난 다음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FEAFE-A7D3-4119-BAE8-2DAC438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리더와 팔로워를 각각 측정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1DA88-33F3-4E72-9797-B33843D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새 팔에 이전 팔의 보정 파일을 그대로 재사용하지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B09F-BEFD-4287-B9D1-D11A872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634321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C94FA-3A00-4FA4-8DC6-17C3FEA7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처음 잡는 자세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25398-390B-4504-BA19-157BF3B5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관절마다 움직일 수 있는 범위의 중간에 둔다.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F414C-BBA2-4698-BFEE-74AFC0A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팔꿈치나 어깨를 끝까지 펴거나 접지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EC33F-DA7C-48C8-8971-43892F6E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집게는 중간 정도 열고 손목 케이블에 여유를 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70E23-3277-4ECD-B772-9E24FF01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리더와 팔로워의 대응 관절 방향을 비슷하게 맞춘다.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B172C-F9B9-4D56-9CA2-5762047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중간 자세를 만든 뒤 화면 안내에 따라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65046-7159-4D33-A6A9-3ACB0CD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45744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8F97C-DCCC-4B8B-B668-6A86B6FE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팔로워암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2BFBB-C661-4690-B7B6-F7FA83E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 --robot.id=student_follower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55E67-E071-44AF-8027-E817B585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기존 보정 파일 사용 질문이 나오면 c 입력 후 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38B73-F8C5-448A-AA47-301B842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중간 자세 확인 질문에서 자세를 잡고 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470E5-992B-42E3-B4B1-1D958A3F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764839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B7E83-7A7A-4249-BBD8-5451083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움직임 범위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AEC4-6F46-4225-BEF5-E230D46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각 관절을 손으로 천천히 한 개씩 움직인다.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1F993-D931-4D85-B1D3-23AE0C3B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충돌하지 않는 사용 범위 양쪽 끝까지 움직인다.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2E235-2553-4D7D-9D08-F2C2045E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MIN은 최솟값, POS는 현재값, MAX는 최댓값이다.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0BFC7-BA3B-4BE0-84F4-12305D0F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측정할 관절의 MIN과 MAX가 바뀌는지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BBF99-D12F-4954-8E3F-67F252E3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완료 후 Enter를 누르고 저장 메시지를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4BE66-6985-4619-AABE-2F815A2C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Calibration saved to ...json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740D-5158-4DB2-BA55-10A39CA3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661862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6A59D-1FFE-4ADB-95E1-6E8038E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5번 손목과 위치값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22D79-C5C1-43DC-87AE-AE76F92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기본 설정에서는 wrist_roll이 범위 기록 표에서 빠질 수 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8B9AC-C763-41CB-BA44-EAC7AF76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표에 없다는 이유만으로 5번 모터 고장으로 판단하지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7487A-56CF-4DEA-9E10-7C86910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원시 위치값 4095 다음이 0으로 바뀌는 것은 한 회전의 경계다.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79473-D4D0-4F26-8000-F9673EBF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사용 범위에서 값이 크게 튀면 교사에게 확인받고 재측정한다.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13774-7A95-472C-B80B-8C94F5F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기록 제외를 임의로 해제하거나 파일 숫자를 직접 고치지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EC739-F034-48AE-A5B8-BC10E651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35773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3BBEE-D319-455E-9151-E02C03DA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B8D64-39C2-4AFA-BAB8-B00F16F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 --teleop.id=student_leader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25ACE-3A5F-471E-851C-6B00FF6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리더암도 중간 자세와 움직임 범위를 측정한다.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0272B-4550-40B6-91F8-1F91EFF9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다시 측정할 때는 c 입력 후 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FFA2E-C467-43F6-AEF4-94FE706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Calibration saved to 메시지가 나오는지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56FB6-154D-4EF4-92FC-26B890C8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645514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14F47-A379-4AA9-932F-F5028CFB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연결 오류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A704B-94DF-4A06-B2AD-D573A43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Could not connect / Access denied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C6731-D2CD-46F0-8F99-3688C9C8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 번호 확인. FD와 같은 포트를 쓰는 프로그램 종료.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CA71A-3238-4C66-A6A0-72311A65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Missing motor IDs / No status packet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F517-B235-4B5A-8D9F-03D180A9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전원을 끄고 해당 모터 케이블·전원·ID 확인.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D1408-9814-4DD0-995B-73029EEA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ClearCommError / Incorrect status packet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0042D-0EDC-46B3-A164-4529B89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실습 중단. USB 케이블·허브·전원을 확인하고 포트 재검색.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3E8AA-BDC3-4ABB-A3A8-C2C25704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043532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59141-B7D4-4B6F-B214-6DD9B38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멈춤·과부하·큰 움직임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C43D-4128-41AC-904B-AEFC32C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Overload: 구동을 멈추고 전원을 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0E486-DF71-4334-9280-C0AEC29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간섭, 모터 사양, 정격 전압, 부하를 교사와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1128-D4FB-451A-9F42-A5C051F5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펌웨어 불일치: 교사가 모델에 맞는 공식 절차로 처리한다.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6F116-E0AE-4DDF-AA94-07DBB4A4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시작할 때 크게 움직임: 중간 자세와 보정 파일을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E7D1F-091E-4730-87F3-1CD3ABFB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손으로 움직일 때 값이 변해도 구동이 정상이라는 뜻은 아니다.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CADE6-35C6-4BFB-B1E6-0914762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과부하 보호를 끄거나 토크를 높여 억지로 진행하지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664D2-CF00-490A-8104-D7C6DE97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890225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1BD9C-1EEB-44B4-80A8-E28FAB9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수업 완료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B26BA-CCD9-4F08-A555-EEAE1D66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리더·팔로워 COM 번호를 기록했는가?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9C5D4-8AA4-4AC7-B82F-A7D45CA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두 팔의 모터 ID 1~6을 설정했는가?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7DFDA-8A21-4BE1-A99A-3ECDA3FE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양쪽 캘리브레이션 저장 메시지를 확인했는가?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93832-FC60-458A-B5D5-FB4DA7A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사용한 robot.id와 teleop.id를 기록했는가?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3552-F6EC-4FC9-A82F-70B73A40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안전한 받침 위에 팔을 두고 전원을 껐는가?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DFE2E-5047-49CF-9F2C-A443E32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34081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4B147-0535-4E48-BEAE-80CAE52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선택 실습: 텔레오피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9DFC7-60A8-40FD-BF51-35D94C7C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교사가 6개 관절의 구동 상태와 보정값을 확인한다.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076FB-EBB5-41FB-A706-FE3C372E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두 팔을 비슷한 자세로 놓고 주변 공간을 비운다.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6F7DD-DDFE-4A9D-89C1-385DB9C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사람이 리더를 조작하고 다른 사람은 전원 차단을 준비한다.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1F8BC-CA74-4302-B6B6-60E9E5E0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처음에는 작은 범위에서 한 관절씩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198F-E292-4CB2-8FC6-78ED531A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오류나 갑작스러운 움직임이 있으면 바로 중단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02081-40BD-4075-8F4D-F1FC3CA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605882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6FBCA-7915-4CD4-A41B-67DE9675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선택 실습: 1분 텔레오피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BCB4-2D51-46BE-9107-74D08420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.\.venv\Scripts\lerobot-teleoperate.exe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 --robot.id=student_follower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 --teleop.id=student_leader --fps=15 --teleop_time_s=60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--robot.max_relative_target=3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4E816-E4FB-4B5A-B83A-450CEBA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Ctrl+C로 중단 / 60초가 지나면 자동 종료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0432D-EA27-4DF1-9E3B-4421B5B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종료 시 토크가 풀려 팔이 내려올 수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F269-2F74-4FBA-B0A1-35FA976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26772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2026-09-18T02:49:25.4300000Z</dcterms:created>
  <dcterms:modified xsi:type="dcterms:W3CDTF">2026-09-18T02:49:25.4300000Z</dcterms:modified>
</coreProperties>
</file>