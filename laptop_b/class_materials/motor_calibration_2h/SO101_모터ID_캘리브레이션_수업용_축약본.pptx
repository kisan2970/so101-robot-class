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ee965874124606" /><Relationship Type="http://schemas.openxmlformats.org/officeDocument/2006/relationships/extended-properties" Target="/docProps/app.xml" Id="R911b2d25bc444bc0" /><Relationship Type="http://schemas.openxmlformats.org/officeDocument/2006/relationships/officeDocument" Target="/ppt/presentation.xml" Id="R06285f2eb6f64e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a51a7bc4545e3"/>
  </p:sldMasterIdLst>
  <p:notesMasterIdLst>
    <p:notesMasterId xmlns:r="http://schemas.openxmlformats.org/officeDocument/2006/relationships" r:id="R3b9d88c2214e4b34"/>
  </p:notesMasterIdLst>
  <p:sldIdLst>
    <p:sldId xmlns:r="http://schemas.openxmlformats.org/officeDocument/2006/relationships" id="256" r:id="R57866296b2d54ac4"/>
    <p:sldId xmlns:r="http://schemas.openxmlformats.org/officeDocument/2006/relationships" id="257" r:id="Ra0cc0f6aa008467a"/>
    <p:sldId xmlns:r="http://schemas.openxmlformats.org/officeDocument/2006/relationships" id="258" r:id="R66d88e0c677f4305"/>
    <p:sldId xmlns:r="http://schemas.openxmlformats.org/officeDocument/2006/relationships" id="259" r:id="R2ac13ee4d849430d"/>
    <p:sldId xmlns:r="http://schemas.openxmlformats.org/officeDocument/2006/relationships" id="260" r:id="R4611135d10d941fa"/>
    <p:sldId xmlns:r="http://schemas.openxmlformats.org/officeDocument/2006/relationships" id="261" r:id="Raf9b6e1b6eec4793"/>
    <p:sldId xmlns:r="http://schemas.openxmlformats.org/officeDocument/2006/relationships" id="262" r:id="R5a07ae1d90cd46ad"/>
    <p:sldId xmlns:r="http://schemas.openxmlformats.org/officeDocument/2006/relationships" id="263" r:id="R19ff071366df4897"/>
    <p:sldId xmlns:r="http://schemas.openxmlformats.org/officeDocument/2006/relationships" id="264" r:id="R0066a76e2f78429c"/>
    <p:sldId xmlns:r="http://schemas.openxmlformats.org/officeDocument/2006/relationships" id="265" r:id="R08dcb64c620b41fc"/>
    <p:sldId xmlns:r="http://schemas.openxmlformats.org/officeDocument/2006/relationships" id="266" r:id="R4bc494b034e74302"/>
    <p:sldId xmlns:r="http://schemas.openxmlformats.org/officeDocument/2006/relationships" id="267" r:id="R4df60d5548b94e80"/>
    <p:sldId xmlns:r="http://schemas.openxmlformats.org/officeDocument/2006/relationships" id="268" r:id="Rd91c1dde365a4b4b"/>
    <p:sldId xmlns:r="http://schemas.openxmlformats.org/officeDocument/2006/relationships" id="269" r:id="R22c34a713f124dbf"/>
    <p:sldId xmlns:r="http://schemas.openxmlformats.org/officeDocument/2006/relationships" id="270" r:id="Ra8fbd60b054f44ea"/>
    <p:sldId xmlns:r="http://schemas.openxmlformats.org/officeDocument/2006/relationships" id="271" r:id="R48cba364dec245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e90c83ed614678" /><Relationship Type="http://schemas.openxmlformats.org/officeDocument/2006/relationships/slideMaster" Target="/ppt/slideMasters/slideMaster1.xml" Id="Ra82a51a7bc4545e3" /><Relationship Type="http://schemas.openxmlformats.org/officeDocument/2006/relationships/notesMaster" Target="/ppt/notesMasters/notesMaster1.xml" Id="R3b9d88c2214e4b34" /><Relationship Type="http://schemas.openxmlformats.org/officeDocument/2006/relationships/presProps" Target="/ppt/presProps.xml" Id="Rb35873fdde1749e3" /><Relationship Type="http://schemas.openxmlformats.org/officeDocument/2006/relationships/tableStyles" Target="/ppt/tableStyles.xml" Id="Ra94b0ccb66d444d3" /><Relationship Type="http://schemas.openxmlformats.org/officeDocument/2006/relationships/slide" Target="/ppt/slides/slide1.xml" Id="R57866296b2d54ac4" /><Relationship Type="http://schemas.openxmlformats.org/officeDocument/2006/relationships/slide" Target="/ppt/slides/slide2.xml" Id="Ra0cc0f6aa008467a" /><Relationship Type="http://schemas.openxmlformats.org/officeDocument/2006/relationships/slide" Target="/ppt/slides/slide3.xml" Id="R66d88e0c677f4305" /><Relationship Type="http://schemas.openxmlformats.org/officeDocument/2006/relationships/slide" Target="/ppt/slides/slide4.xml" Id="R2ac13ee4d849430d" /><Relationship Type="http://schemas.openxmlformats.org/officeDocument/2006/relationships/slide" Target="/ppt/slides/slide5.xml" Id="R4611135d10d941fa" /><Relationship Type="http://schemas.openxmlformats.org/officeDocument/2006/relationships/slide" Target="/ppt/slides/slide6.xml" Id="Raf9b6e1b6eec4793" /><Relationship Type="http://schemas.openxmlformats.org/officeDocument/2006/relationships/slide" Target="/ppt/slides/slide7.xml" Id="R5a07ae1d90cd46ad" /><Relationship Type="http://schemas.openxmlformats.org/officeDocument/2006/relationships/slide" Target="/ppt/slides/slide8.xml" Id="R19ff071366df4897" /><Relationship Type="http://schemas.openxmlformats.org/officeDocument/2006/relationships/slide" Target="/ppt/slides/slide9.xml" Id="R0066a76e2f78429c" /><Relationship Type="http://schemas.openxmlformats.org/officeDocument/2006/relationships/slide" Target="/ppt/slides/slide10.xml" Id="R08dcb64c620b41fc" /><Relationship Type="http://schemas.openxmlformats.org/officeDocument/2006/relationships/slide" Target="/ppt/slides/slide11.xml" Id="R4bc494b034e74302" /><Relationship Type="http://schemas.openxmlformats.org/officeDocument/2006/relationships/slide" Target="/ppt/slides/slide12.xml" Id="R4df60d5548b94e80" /><Relationship Type="http://schemas.openxmlformats.org/officeDocument/2006/relationships/slide" Target="/ppt/slides/slide13.xml" Id="Rd91c1dde365a4b4b" /><Relationship Type="http://schemas.openxmlformats.org/officeDocument/2006/relationships/slide" Target="/ppt/slides/slide14.xml" Id="R22c34a713f124dbf" /><Relationship Type="http://schemas.openxmlformats.org/officeDocument/2006/relationships/slide" Target="/ppt/slides/slide15.xml" Id="Ra8fbd60b054f44ea" /><Relationship Type="http://schemas.openxmlformats.org/officeDocument/2006/relationships/slide" Target="/ppt/slides/slide16.xml" Id="R48cba364dec245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60a7703bfb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fb536bac3f435b" /><Relationship Type="http://schemas.openxmlformats.org/officeDocument/2006/relationships/notesMaster" Target="/ppt/notesMasters/notesMaster1.xml" Id="Rc705c0004e474d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5d076bf2224630" /><Relationship Type="http://schemas.openxmlformats.org/officeDocument/2006/relationships/notesMaster" Target="/ppt/notesMasters/notesMaster1.xml" Id="R955938a2152540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b2de1509554ff3" /><Relationship Type="http://schemas.openxmlformats.org/officeDocument/2006/relationships/notesMaster" Target="/ppt/notesMasters/notesMaster1.xml" Id="Rc636e5607a0d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871f28128c4524" /><Relationship Type="http://schemas.openxmlformats.org/officeDocument/2006/relationships/notesMaster" Target="/ppt/notesMasters/notesMaster1.xml" Id="R4b58d598aa5a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ad12c779f040cd" /><Relationship Type="http://schemas.openxmlformats.org/officeDocument/2006/relationships/notesMaster" Target="/ppt/notesMasters/notesMaster1.xml" Id="R87af0d5cf88c49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a5e82dd7f9447b" /><Relationship Type="http://schemas.openxmlformats.org/officeDocument/2006/relationships/notesMaster" Target="/ppt/notesMasters/notesMaster1.xml" Id="R37946facb80e40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c4ef7f7a9b47fd" /><Relationship Type="http://schemas.openxmlformats.org/officeDocument/2006/relationships/notesMaster" Target="/ppt/notesMasters/notesMaster1.xml" Id="Rbc59e028f03d47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7761b21a1e48e8" /><Relationship Type="http://schemas.openxmlformats.org/officeDocument/2006/relationships/notesMaster" Target="/ppt/notesMasters/notesMaster1.xml" Id="Rdba01a35928848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70136cb90347bc" /><Relationship Type="http://schemas.openxmlformats.org/officeDocument/2006/relationships/notesMaster" Target="/ppt/notesMasters/notesMaster1.xml" Id="R51ef2cf7dd9443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0d66f7a3c64e2e" /><Relationship Type="http://schemas.openxmlformats.org/officeDocument/2006/relationships/notesMaster" Target="/ppt/notesMasters/notesMaster1.xml" Id="Rfbe2cf8c0a8743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da035e024a4466" /><Relationship Type="http://schemas.openxmlformats.org/officeDocument/2006/relationships/notesMaster" Target="/ppt/notesMasters/notesMaster1.xml" Id="R97bd3102c85844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15771f4e5240f2" /><Relationship Type="http://schemas.openxmlformats.org/officeDocument/2006/relationships/notesMaster" Target="/ppt/notesMasters/notesMaster1.xml" Id="R16529e9008a64f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17356a48be4db6" /><Relationship Type="http://schemas.openxmlformats.org/officeDocument/2006/relationships/notesMaster" Target="/ppt/notesMasters/notesMaster1.xml" Id="Rb53b113a93f14d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e1e08bb2494940" /><Relationship Type="http://schemas.openxmlformats.org/officeDocument/2006/relationships/notesMaster" Target="/ppt/notesMasters/notesMaster1.xml" Id="R5d325a86442448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0f1d42bd644c3e" /><Relationship Type="http://schemas.openxmlformats.org/officeDocument/2006/relationships/notesMaster" Target="/ppt/notesMasters/notesMaster1.xml" Id="Rb31014270da34eb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9f310bb1784676" /><Relationship Type="http://schemas.openxmlformats.org/officeDocument/2006/relationships/notesMaster" Target="/ppt/notesMasters/notesMaster1.xml" Id="R4db24b47da2441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  <a:p xmlns:a="http://schemas.openxmlformats.org/drawingml/2006/main">
            <a:r>
              <a:t>https://wiki.seeedstudio.com/lerobot_so100m_new/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instructions authored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https://wiki.seeedstudio.com/lerobot_so100m_new/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instructions authored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https://wiki.seeedstudio.com/lerobot_so100m_new/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  <a:p xmlns:a="http://schemas.openxmlformats.org/drawingml/2006/main">
            <a:r>
              <a:t>https://wiki.seeedstudio.com/lerobot_so100m_new/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  <a:p xmlns:a="http://schemas.openxmlformats.org/drawingml/2006/main">
            <a:r>
              <a:t>https://wiki.seeedstudio.com/lerobot_so100m_new/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instructions authored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1c57d2eb54b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6a65e96b1c4b2b" /><Relationship Type="http://schemas.openxmlformats.org/officeDocument/2006/relationships/slideLayout" Target="/ppt/slideLayouts/slideLayout1.xml" Id="R4777b87102ba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77b87102ba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c4a93f22949a5" /><Relationship Type="http://schemas.openxmlformats.org/officeDocument/2006/relationships/notesSlide" Target="/ppt/notesSlides/notesSlide1.xml" Id="R807868e6480547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eed5ba7ee41bb" /><Relationship Type="http://schemas.openxmlformats.org/officeDocument/2006/relationships/notesSlide" Target="/ppt/notesSlides/notesSlide2.xml" Id="R159b53a40c904a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10cee39bc4f8b" /><Relationship Type="http://schemas.openxmlformats.org/officeDocument/2006/relationships/notesSlide" Target="/ppt/notesSlides/notesSlide3.xml" Id="R2e063a7d2f9d48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481b8af014d6b" /><Relationship Type="http://schemas.openxmlformats.org/officeDocument/2006/relationships/notesSlide" Target="/ppt/notesSlides/notesSlide4.xml" Id="Ra838a561e55b49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d3d1aff2045de" /><Relationship Type="http://schemas.openxmlformats.org/officeDocument/2006/relationships/notesSlide" Target="/ppt/notesSlides/notesSlide5.xml" Id="R771b90bba90546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4973eb4c74f51" /><Relationship Type="http://schemas.openxmlformats.org/officeDocument/2006/relationships/notesSlide" Target="/ppt/notesSlides/notesSlide6.xml" Id="R1bce2f32a8b24b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96f34656b406a" /><Relationship Type="http://schemas.openxmlformats.org/officeDocument/2006/relationships/notesSlide" Target="/ppt/notesSlides/notesSlide7.xml" Id="R5404c063d9ad4f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8375dbb94475d" /><Relationship Type="http://schemas.openxmlformats.org/officeDocument/2006/relationships/notesSlide" Target="/ppt/notesSlides/notesSlide8.xml" Id="R787db9a4d0d140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dc39c7c0146dc" /><Relationship Type="http://schemas.openxmlformats.org/officeDocument/2006/relationships/notesSlide" Target="/ppt/notesSlides/notesSlide9.xml" Id="R03e73b9e42f44a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69b6091d8475c" /><Relationship Type="http://schemas.openxmlformats.org/officeDocument/2006/relationships/notesSlide" Target="/ppt/notesSlides/notesSlide10.xml" Id="Rdd0d46ecf82046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be14c64f9473d" /><Relationship Type="http://schemas.openxmlformats.org/officeDocument/2006/relationships/notesSlide" Target="/ppt/notesSlides/notesSlide11.xml" Id="Rf6f52c22015a49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e67e48e9d47ac" /><Relationship Type="http://schemas.openxmlformats.org/officeDocument/2006/relationships/notesSlide" Target="/ppt/notesSlides/notesSlide12.xml" Id="R9fb65ce564bc45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21bf8333146b5" /><Relationship Type="http://schemas.openxmlformats.org/officeDocument/2006/relationships/notesSlide" Target="/ppt/notesSlides/notesSlide13.xml" Id="Re3ed48dc3bc34a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b6fe0236846b3" /><Relationship Type="http://schemas.openxmlformats.org/officeDocument/2006/relationships/notesSlide" Target="/ppt/notesSlides/notesSlide14.xml" Id="R2353c09ade9d4e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ad340239a4e7c" /><Relationship Type="http://schemas.openxmlformats.org/officeDocument/2006/relationships/notesSlide" Target="/ppt/notesSlides/notesSlide15.xml" Id="Rdcc6cbbfa8a54a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09e430efc44cf" /><Relationship Type="http://schemas.openxmlformats.org/officeDocument/2006/relationships/notesSlide" Target="/ppt/notesSlides/notesSlide16.xml" Id="R80054a0a9f4a47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27C66-ACF2-4C09-A9FD-9471D5E2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SO-101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3201C-AC41-4465-898E-16DCDBAD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ID 지정과</a:t>
            </a:r>
          </a:p>
          <a:p xmlns:a="http://schemas.openxmlformats.org/drawingml/2006/main">
            <a:pPr algn="l">
              <a:defRPr sz="420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캘리브레이션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857FA-B311-4D88-952C-E63F9FD2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Windows · LeRobot · 리더암/팔로워암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2145E-72B1-4477-8819-8825D0C6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251B8-50B0-4988-8144-29117CA3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2시간 실습 수업</a:t>
            </a:r>
          </a:p>
        </p:txBody>
      </p:sp>
    </p:spTree>
    <p:extLst>
      <p:ext uri="{BB962C8B-B14F-4D97-AF65-F5344CB8AC3E}">
        <p14:creationId xmlns:p14="http://schemas.microsoft.com/office/powerpoint/2010/main" val="1063268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92122-BA6A-4622-8F6B-32B54D0E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수업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931D2-C106-40B9-BBBE-D546F102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5549D-CEF7-4D3A-8D42-F0126E26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0BF29-F816-42C8-BEB0-D81F759D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69534-B07B-4B12-865F-A54B80CA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연결·포트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28330-0980-4129-B111-A308641B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20분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31D63-5708-4D07-9CB3-DCA32DA6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2E638-D8BA-4A71-93BD-9F51AF54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432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ID 지정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18812-421D-49AB-B508-933BF8A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7147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55분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985E2-538E-4000-A9AF-5EFED481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E6164-8464-425F-8A44-736AD6DC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인식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9E739-A90D-4A53-B276-90AE566F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15분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A9622-3A86-46B7-978C-8EFE5276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0E49F-9E7E-4319-8C58-0D2079DC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432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캘리브레이션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1A8F1-A875-4E0A-92F1-C0A18798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7147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30분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BF74D-7FBB-4581-9C45-062421A9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오늘 범위: AI 학습과 카메라는 진행하지 않음</a:t>
            </a:r>
          </a:p>
        </p:txBody>
      </p:sp>
    </p:spTree>
    <p:extLst>
      <p:ext uri="{BB962C8B-B14F-4D97-AF65-F5344CB8AC3E}">
        <p14:creationId xmlns:p14="http://schemas.microsoft.com/office/powerpoint/2010/main" val="1327181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378B7-3640-4971-A9C7-F28A4E98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안전 수칙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268AA-1A02-43EB-AF10-1DC669A6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C9C7A-2512-4D2C-8EA2-413AAC46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ECB9B-F6CA-45C2-B9F2-F0B26F07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6ED18-51BA-4A7F-9031-116CBEE1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ID 지정 시 대상 모터 한 개만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46A4B-9EDE-46C2-845A-BFA852C0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66713-7E02-4401-AFC6-BEB3115F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전원 어댑터의 전압을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BC54A-2A64-4A73-A21D-A7E78C88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433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12A27-3495-48C1-A82F-50B730EB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손가락을 관절과 집게 사이에 넣지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7E010-0FD8-4AE3-B13C-E16C1020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39381-A7EF-4159-9B5E-F111174D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갑자기 움직이거나 Overload가 나오면 전원을 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92CCF-6985-4863-892F-B11C0EE8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911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EC6F1-2139-43BA-A5C0-1F0340B1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FD 프로그램과 LeRobot을 동시에 같은 COM 포트에 연결하지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15158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E2316-7E65-4C64-886C-44A165A0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번호와 관절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52148-BD1E-4054-A1AA-6931BA63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F688D-2F05-456A-83DD-5F4A134D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42B1E-A48E-4E46-9044-CBD96E95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D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86CBB-0E84-45C1-84FB-3914D748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1번  shoulder_pan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9066D-6D2C-4568-BE94-11316464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바닥 좌우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48289-9462-496A-95B2-D555E401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65B00-C012-4A04-AA91-5D1A68CF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765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2번  shoulder_lift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4CF9B-A055-40E2-83BE-64721D83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765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어깨 위아래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6ECA7-A7EB-4721-8DA7-22AED0EF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9131E-AD31-4A22-AF86-F4C6DEFD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575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3번  elbow_flex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DE180-DF0F-40AF-BE84-9B7F03A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팔꿈치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A0D76-98FC-4BC5-9DC2-EEE80E11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94838-FBEF-4340-9296-56DF0071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385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4번  wrist_flex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ED14A-0E4A-4282-8C0F-3A8EC49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385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손목 위아래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539EF-A678-49A8-B623-03994C58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E5C38-0476-4547-A536-589FE5AF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5번  wrist_roll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69BB8-A900-448D-8C0B-30FAF545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196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손목 회전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82314-C150-4D9E-AAF5-83AB21B3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4C602-DF49-4F60-871A-73E6C47E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6번  gripper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3FB77-6753-4F5B-BF4D-516ED09C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006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손잡이/집게</a:t>
            </a:r>
          </a:p>
        </p:txBody>
      </p:sp>
    </p:spTree>
    <p:extLst>
      <p:ext uri="{BB962C8B-B14F-4D97-AF65-F5344CB8AC3E}">
        <p14:creationId xmlns:p14="http://schemas.microsoft.com/office/powerpoint/2010/main" val="845638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599D5-E336-4ADA-8E17-974D5825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학생용 Codex 사용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3CC30-2D89-46BF-991D-E391E485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863CF-83D0-4684-A096-B41668F6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BDC52-28BC-4141-9FD0-601A71F9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SO101_수업_시작.html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F2420-C53E-4FC3-AD6F-0B41E6F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95625"/>
            <a:ext cx="742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0870A-AF86-4A77-9C71-6FF8B3B9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F60D1-2DCA-4756-B195-FB46916A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24250"/>
            <a:ext cx="700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HTML 파일을 더블클릭한다.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D4427-B41C-4E9A-9760-C8C8FE8E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767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A55E6-CA2F-47B8-BA05-B3B1BB23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76700"/>
            <a:ext cx="700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작업 폴더와 실제 COM 포트를 입력한다.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9F46E-AA46-4575-A57D-C78D7AB9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0E33E-7C46-4E6B-A4A4-1BB8B117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29150"/>
            <a:ext cx="700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현재 단계의 프롬프트 복사 버튼을 누른다.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74FD7-A301-407B-8FE7-2E52C2F3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816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5A79A-6164-4D6B-8166-A2913E56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81600"/>
            <a:ext cx="700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Codex에 붙여넣고 한 단계씩 진행한다.</a:t>
            </a:r>
          </a:p>
        </p:txBody>
      </p:sp>
    </p:spTree>
    <p:extLst>
      <p:ext uri="{BB962C8B-B14F-4D97-AF65-F5344CB8AC3E}">
        <p14:creationId xmlns:p14="http://schemas.microsoft.com/office/powerpoint/2010/main" val="18598939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23193-1B3D-4DB2-A0D5-EC1E9601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환경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9B151-9378-45D3-993B-1034B021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980B2-C167-40C1-8DE3-DDF909E6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DE680-A883-49F1-B229-6A6AAB33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4FCF2-F93D-49D7-BE4C-4C0C63AA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10363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.\.venv\Scripts\python.exe --version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.\.venv\Scripts\python.exe -m pip show lerobot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9E643-1E37-468A-9BA7-7D4D9BEB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Python 버전과 LeRobot 패키지 정보가 출력되는지 확인</a:t>
            </a:r>
          </a:p>
        </p:txBody>
      </p:sp>
    </p:spTree>
    <p:extLst>
      <p:ext uri="{BB962C8B-B14F-4D97-AF65-F5344CB8AC3E}">
        <p14:creationId xmlns:p14="http://schemas.microsoft.com/office/powerpoint/2010/main" val="47194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F6B22-5157-43A5-AF8D-9E3DD457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COM 포트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66AA0-F07F-477E-B581-76BB92B2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A7243-C0EB-46B6-87CF-D2A07D00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00397-3141-4E16-B34E-F8629833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AE27D-2EC4-4AE2-BB0E-27EBE372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103632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.\.venv\Scripts\python.exe -m serial.tools.list_ports -v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DACE4-8CCF-44A7-8563-5EE3F21D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D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1604A-CFC7-4E26-AC49-F3657DC0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사용할 포트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84C85-1E45-4384-A3E8-0AD92327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USB-Enhanced-SERIAL CH343(COM번호)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C531B-2501-4308-B223-B88D3DE1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05A10-4F39-4347-86E1-4122CC15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사용하지 않을 포트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97687-605B-49D2-909D-C66E3AE2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530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표준 Bluetooth에서 직렬 링크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B641B-EFC5-4ED0-BCFD-C9C2C4A4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리더와 팔로워를 한 개씩 뺐다 연결해 각각의 COM 번호를 기록</a:t>
            </a:r>
          </a:p>
        </p:txBody>
      </p:sp>
    </p:spTree>
    <p:extLst>
      <p:ext uri="{BB962C8B-B14F-4D97-AF65-F5344CB8AC3E}">
        <p14:creationId xmlns:p14="http://schemas.microsoft.com/office/powerpoint/2010/main" val="1820414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C6A79-3532-414B-9295-C23D7841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ID 지정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6F342-F4B9-4462-8017-9341472A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AFA8D-138A-4CB0-AB98-2B5E2351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B4375-7116-4903-90AC-C6693F29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936FF-C944-4DEB-AE2C-6075EEAB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제어 보드 전원을 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5B865-D29E-402A-9950-BBDA21ED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1C940-D862-4917-9694-9727117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ID를 지정할 모터 한 개만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24026-9842-415E-980D-EFB9A759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9DA27-5CE1-480C-9825-68C299FE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29000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전원과 USB를 연결하고 setup-motors를 실행한다.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D2490-46B6-4DB2-BFB7-CB6FAFB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3FDE9-675A-491C-A5F7-BE3D5DC9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안내에 따라 ID를 지정한다.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A1ABF-B74A-456F-B180-71C1D9CE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F0F61-ECCD-43AA-AD99-B5A78FBE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전원을 끄고 다음 모터로 교체한다.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366FA-C906-4BA6-A003-992527ED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리더와 팔로워 각각 ID 1~6을 반복</a:t>
            </a:r>
          </a:p>
        </p:txBody>
      </p:sp>
    </p:spTree>
    <p:extLst>
      <p:ext uri="{BB962C8B-B14F-4D97-AF65-F5344CB8AC3E}">
        <p14:creationId xmlns:p14="http://schemas.microsoft.com/office/powerpoint/2010/main" val="312811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4D315-BAA0-4F55-90DF-F4A82D92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리더암 모터 ID 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B5BB8-FCFB-4EB6-8CBC-CC69574E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9902C-8032-40B8-B8F8-83F967CB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3B7AD-2CC5-46CC-BEE2-F6A9D865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BDFD9-04D6-4301-B4EC-AB285C23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03632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.\.venv\Scripts\lerobot-setup-motors.exe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--teleop.type=so101_leader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--teleop.port=COM10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C2286-F94D-47BC-9743-1FD4AB4E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COM10을 실제 리더암 포트로 변경</a:t>
            </a:r>
          </a:p>
        </p:txBody>
      </p:sp>
    </p:spTree>
    <p:extLst>
      <p:ext uri="{BB962C8B-B14F-4D97-AF65-F5344CB8AC3E}">
        <p14:creationId xmlns:p14="http://schemas.microsoft.com/office/powerpoint/2010/main" val="331478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AC3D4-FBD4-4D1A-8F4D-037FCE08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팔로워암 모터 ID 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E20B9-BC90-4442-ADF4-9F80F09D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1B6A6-E531-4C66-9A92-151C0E99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251D8-D6BD-4462-9C2A-8EFBFC31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A284E-FCEC-43B8-A7EE-181099B7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03632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.\.venv\Scripts\lerobot-setup-motors.exe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--robot.type=so101_follower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--robot.port=COM11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E0507-ECE5-49F8-BEF1-D4D76029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COM11을 실제 팔로워암 포트로 변경</a:t>
            </a:r>
          </a:p>
        </p:txBody>
      </p:sp>
    </p:spTree>
    <p:extLst>
      <p:ext uri="{BB962C8B-B14F-4D97-AF65-F5344CB8AC3E}">
        <p14:creationId xmlns:p14="http://schemas.microsoft.com/office/powerpoint/2010/main" val="11793414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38139-2632-4960-969C-9803003D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인식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F41E7-484F-4BE4-A95A-DB3682F6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43276-A7D7-4339-BBA0-6625A599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E8B1B-C7F9-4DB8-AE4E-05795C19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D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01598-C61B-4DF6-8A7E-9A24B79C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정상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D86E9-5F9E-4FB0-B89B-A3F583A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Found motor list에 1, 2, 3, 4, 5, 6이 모두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96A91-43F0-4457-9CD1-BBE3E9D4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6ED79-EA3D-4B0B-83F2-7944926E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Missing motor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1F0BC-FB68-458A-9416-C01340AD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표시된 번호의 케이블·ID·전원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08A51-D2DE-47EC-B7CB-5DDC7C58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0B99E-CF94-4B36-B6C7-138E04BB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Could not 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34846-357C-4363-9CC4-E87EEDFE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195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COM 번호와 포트 점유 프로그램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FE65F-24FB-4EC4-9397-19EF8042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20115-A1F4-4871-8530-D7522502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Different firmware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2429F-E3C5-4620-BD42-3D0131A2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Feetech 프로그램에서 펌웨어 버전 통일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24AB8-A6B0-4303-8D22-D5649B36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모터가 빠져 있으면 캘리브레이션으로 넘어가지 않음</a:t>
            </a:r>
          </a:p>
        </p:txBody>
      </p:sp>
    </p:spTree>
    <p:extLst>
      <p:ext uri="{BB962C8B-B14F-4D97-AF65-F5344CB8AC3E}">
        <p14:creationId xmlns:p14="http://schemas.microsoft.com/office/powerpoint/2010/main" val="308674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E4986-92BA-4012-AFFB-40AC0463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캘리브레이션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03C74-D881-4DAD-81BC-FA7C19E1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57218-9364-42A1-8462-5ACACE7A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8032A-B805-48E3-8C44-DCCBCC54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005D0-DC1A-46A0-BE14-8D3EC6F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팔을 책상과 부딪히지 않는 중간 자세에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2E529-7DAE-45AB-BAD8-4DBA99D7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4EC70-8742-4C09-A55B-E86D2FB8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관절이 기계적인 끝에 닿지 않게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C8F48-DDDC-431A-A221-D38D8F39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88323-FCE5-4945-833F-883A8896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집게는 중간 정도 열어 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8A2E2-E6B1-426B-B258-B2E93E9C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6FE16-BE15-40D4-A065-2A084929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손목 케이블이 팽팽하지 않은지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3787D-35F1-4C0D-96AC-DECD8D23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B3710-AB4F-4D22-AD71-79D3550D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전원 스위치에 바로 손이 닿게 한다.</a:t>
            </a:r>
          </a:p>
        </p:txBody>
      </p:sp>
    </p:spTree>
    <p:extLst>
      <p:ext uri="{BB962C8B-B14F-4D97-AF65-F5344CB8AC3E}">
        <p14:creationId xmlns:p14="http://schemas.microsoft.com/office/powerpoint/2010/main" val="9641312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F41C3-2D5C-42BC-B3CC-83C0ECBC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팔로워암 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7CFBB-C984-4CCB-8290-9D96488B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9E0E8-F6E8-4481-B14C-7457F14E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394F4-62FD-481F-8366-6506E234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7F4A3-A87D-4EA9-9F72-41D7B0DC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10363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.\.venv\Scripts\lerobot-calibrate.exe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--robot.type=so101_follower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--robot.port=COM11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--robot.id=my_so101_follower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39044-2BE2-4CC6-A487-AF51914E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기존 값을 다시 측정하려면 질문에서 c 입력</a:t>
            </a:r>
          </a:p>
        </p:txBody>
      </p:sp>
    </p:spTree>
    <p:extLst>
      <p:ext uri="{BB962C8B-B14F-4D97-AF65-F5344CB8AC3E}">
        <p14:creationId xmlns:p14="http://schemas.microsoft.com/office/powerpoint/2010/main" val="15950084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EE655-C9E6-4B74-AB9D-7A1B3253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리더암 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56B7A-85CC-420A-AD1C-089B02A0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EE4AD-6EEB-4121-8CC6-62A821BE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DC257-E7A9-4774-818D-31D09915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ACB97-3C08-4628-9F09-00EE48BA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10363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.\.venv\Scripts\lerobot-calibrate.exe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--teleop.type=so101_leader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--teleop.port=COM10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--teleop.id=my_so101_leader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27D31-C442-4633-9D69-CDB83D3C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리더암도 같은 관절 순서로 범위를 기록</a:t>
            </a:r>
          </a:p>
        </p:txBody>
      </p:sp>
    </p:spTree>
    <p:extLst>
      <p:ext uri="{BB962C8B-B14F-4D97-AF65-F5344CB8AC3E}">
        <p14:creationId xmlns:p14="http://schemas.microsoft.com/office/powerpoint/2010/main" val="2538861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57DE6-9435-4FDB-9ABF-09AF6CEC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범위 기록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BC3A7-CF8F-403A-83A5-3BA12379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9E145-538F-4BD1-AB81-63AB79B1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61116-38C1-4491-8649-DFE226E4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09C25-0B0B-4888-B219-0DC179B9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안내가 시작되면 관절을 하나씩 움직인다.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63C45-7EAD-4375-B983-7D2371D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43A27-B734-4274-88D0-A3E402AD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한쪽 끝에서 반대쪽 끝까지 천천히 이동한다.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24B77-5114-49F2-85E0-22B7A9B8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E562D-763B-4806-8673-7DDB0251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기구 끝에서 힘으로 더 밀지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252E5-E501-4D1D-B0E0-FC2C71DF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A370E-79F9-48F7-BA07-3F8F54F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표의 MIN과 MAX가 변하는지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7B137-4420-439D-B311-DDBF5375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24299-DDDF-4781-98CB-B2AC4810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끝나면 ENTER를 눌러 저장한다.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2E834-BC0B-45D8-816D-67F88966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72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완료 메시지: Calibration saved to ...json</a:t>
            </a:r>
          </a:p>
        </p:txBody>
      </p:sp>
    </p:spTree>
    <p:extLst>
      <p:ext uri="{BB962C8B-B14F-4D97-AF65-F5344CB8AC3E}">
        <p14:creationId xmlns:p14="http://schemas.microsoft.com/office/powerpoint/2010/main" val="18090548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0E766-C5A8-4687-86AC-78ECCF83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최종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167CC-5485-4A97-B765-82D7C531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2F84A-D071-4E8E-A192-2BB07361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E1359-00F0-4DE1-902E-87FD66B5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8B829-49A8-4946-87EF-32991BFA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9B81A-042C-47F8-850F-4BB65558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리더·팔로워 COM 번호 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94D87-6811-4174-86DE-1E0AD349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10B74-3856-40FF-8E4E-185CD496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4312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9E87F-3E39-46AE-AD43-1A239C01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431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리더 ID 1~6 지정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9E251-45C7-49C2-B962-ABC50BEE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9FB01-7A5F-457A-BBA5-9CFA7FAA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E2202-0E67-4823-A021-054D9D1E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956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팔로워 ID 1~6 지정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E3F84-F753-4CB0-BAF9-E98C74FC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8F2C6-002B-44AB-A01A-21C54CBE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9562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89765-6707-42B4-9EF0-A79B68BC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양쪽 모터 6개 인식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E5553-F593-4FB9-BC1D-79C02D06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CC68B-1528-43D8-86EB-54AD734C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F3F2E-8B55-4AA6-93D2-449A44D9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481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팔로워 calibration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EA91D-0647-4A8D-B63B-A56D04AC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4B6BB-229E-4460-B8D4-BBF8A8D8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45B66-BED5-43CD-A119-17B86375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481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리더 calibration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593D-BD80-4DA7-A9AB-90FB4BAC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완료 후 전원을 끄고 USB를 분리</a:t>
            </a:r>
          </a:p>
        </p:txBody>
      </p:sp>
    </p:spTree>
    <p:extLst>
      <p:ext uri="{BB962C8B-B14F-4D97-AF65-F5344CB8AC3E}">
        <p14:creationId xmlns:p14="http://schemas.microsoft.com/office/powerpoint/2010/main" val="1041443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2026-08-26T16:17:31.5870000Z</dcterms:created>
  <dcterms:modified xsi:type="dcterms:W3CDTF">2026-08-26T16:17:31.5870000Z</dcterms:modified>
</coreProperties>
</file>