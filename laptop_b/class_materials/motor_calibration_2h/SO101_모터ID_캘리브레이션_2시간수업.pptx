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cf32bc5e04e47" /><Relationship Type="http://schemas.openxmlformats.org/officeDocument/2006/relationships/extended-properties" Target="/docProps/app.xml" Id="Rdd25c0a076f4455a" /><Relationship Type="http://schemas.openxmlformats.org/officeDocument/2006/relationships/officeDocument" Target="/ppt/presentation.xml" Id="Re45233b379dd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9e1895e4f4c05"/>
  </p:sldMasterIdLst>
  <p:notesMasterIdLst>
    <p:notesMasterId xmlns:r="http://schemas.openxmlformats.org/officeDocument/2006/relationships" r:id="Rb0393e706d82437b"/>
  </p:notesMasterIdLst>
  <p:sldIdLst>
    <p:sldId xmlns:r="http://schemas.openxmlformats.org/officeDocument/2006/relationships" id="256" r:id="R5de989015d434864"/>
    <p:sldId xmlns:r="http://schemas.openxmlformats.org/officeDocument/2006/relationships" id="257" r:id="Ra3537c3f1ee149ad"/>
    <p:sldId xmlns:r="http://schemas.openxmlformats.org/officeDocument/2006/relationships" id="258" r:id="R2ce3ec8f87a443b4"/>
    <p:sldId xmlns:r="http://schemas.openxmlformats.org/officeDocument/2006/relationships" id="259" r:id="R7e6c6b070a074df4"/>
    <p:sldId xmlns:r="http://schemas.openxmlformats.org/officeDocument/2006/relationships" id="260" r:id="Ra65a4986959f47ef"/>
    <p:sldId xmlns:r="http://schemas.openxmlformats.org/officeDocument/2006/relationships" id="261" r:id="R0b4035fc217a40f0"/>
    <p:sldId xmlns:r="http://schemas.openxmlformats.org/officeDocument/2006/relationships" id="262" r:id="R8b0902fa1c0147a7"/>
    <p:sldId xmlns:r="http://schemas.openxmlformats.org/officeDocument/2006/relationships" id="263" r:id="Ra4c11419ba3d4095"/>
    <p:sldId xmlns:r="http://schemas.openxmlformats.org/officeDocument/2006/relationships" id="264" r:id="R9b47d36a8d614f4b"/>
    <p:sldId xmlns:r="http://schemas.openxmlformats.org/officeDocument/2006/relationships" id="265" r:id="Rdab8a9641d7e4d5a"/>
    <p:sldId xmlns:r="http://schemas.openxmlformats.org/officeDocument/2006/relationships" id="266" r:id="R75268f892d6d44a6"/>
    <p:sldId xmlns:r="http://schemas.openxmlformats.org/officeDocument/2006/relationships" id="267" r:id="Radc0a9800d3f404f"/>
    <p:sldId xmlns:r="http://schemas.openxmlformats.org/officeDocument/2006/relationships" id="268" r:id="R121be36490134349"/>
    <p:sldId xmlns:r="http://schemas.openxmlformats.org/officeDocument/2006/relationships" id="269" r:id="R95cebd90b3eb4763"/>
    <p:sldId xmlns:r="http://schemas.openxmlformats.org/officeDocument/2006/relationships" id="270" r:id="R81d295ebcc6545f9"/>
    <p:sldId xmlns:r="http://schemas.openxmlformats.org/officeDocument/2006/relationships" id="271" r:id="Rda34ddb67d664be6"/>
    <p:sldId xmlns:r="http://schemas.openxmlformats.org/officeDocument/2006/relationships" id="272" r:id="R7f45188c067b4a8e"/>
    <p:sldId xmlns:r="http://schemas.openxmlformats.org/officeDocument/2006/relationships" id="273" r:id="R1f2af78d7d7c4440"/>
    <p:sldId xmlns:r="http://schemas.openxmlformats.org/officeDocument/2006/relationships" id="274" r:id="Rc7fe0ba25d5f41be"/>
    <p:sldId xmlns:r="http://schemas.openxmlformats.org/officeDocument/2006/relationships" id="275" r:id="R8402b29ad8574008"/>
    <p:sldId xmlns:r="http://schemas.openxmlformats.org/officeDocument/2006/relationships" id="276" r:id="R2fccf5436bbf424d"/>
    <p:sldId xmlns:r="http://schemas.openxmlformats.org/officeDocument/2006/relationships" id="277" r:id="R0244d2638d094901"/>
    <p:sldId xmlns:r="http://schemas.openxmlformats.org/officeDocument/2006/relationships" id="278" r:id="Rdcae98496bbd4dc2"/>
    <p:sldId xmlns:r="http://schemas.openxmlformats.org/officeDocument/2006/relationships" id="279" r:id="R718523c1833e463f"/>
    <p:sldId xmlns:r="http://schemas.openxmlformats.org/officeDocument/2006/relationships" id="280" r:id="Rf05152b833d54d9f"/>
    <p:sldId xmlns:r="http://schemas.openxmlformats.org/officeDocument/2006/relationships" id="281" r:id="Rd48e31a09fa44993"/>
    <p:sldId xmlns:r="http://schemas.openxmlformats.org/officeDocument/2006/relationships" id="282" r:id="R5ea9b85bf5954c6c"/>
    <p:sldId xmlns:r="http://schemas.openxmlformats.org/officeDocument/2006/relationships" id="283" r:id="Rca100e1acd1c4f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01b1e55384c86" /><Relationship Type="http://schemas.openxmlformats.org/officeDocument/2006/relationships/slideMaster" Target="/ppt/slideMasters/slideMaster1.xml" Id="R7109e1895e4f4c05" /><Relationship Type="http://schemas.openxmlformats.org/officeDocument/2006/relationships/notesMaster" Target="/ppt/notesMasters/notesMaster1.xml" Id="Rb0393e706d82437b" /><Relationship Type="http://schemas.openxmlformats.org/officeDocument/2006/relationships/presProps" Target="/ppt/presProps.xml" Id="Ra6b9cf7f0f8442a0" /><Relationship Type="http://schemas.openxmlformats.org/officeDocument/2006/relationships/tableStyles" Target="/ppt/tableStyles.xml" Id="R44357958469741e9" /><Relationship Type="http://schemas.openxmlformats.org/officeDocument/2006/relationships/slide" Target="/ppt/slides/slide1.xml" Id="R5de989015d434864" /><Relationship Type="http://schemas.openxmlformats.org/officeDocument/2006/relationships/slide" Target="/ppt/slides/slide2.xml" Id="Ra3537c3f1ee149ad" /><Relationship Type="http://schemas.openxmlformats.org/officeDocument/2006/relationships/slide" Target="/ppt/slides/slide3.xml" Id="R2ce3ec8f87a443b4" /><Relationship Type="http://schemas.openxmlformats.org/officeDocument/2006/relationships/slide" Target="/ppt/slides/slide4.xml" Id="R7e6c6b070a074df4" /><Relationship Type="http://schemas.openxmlformats.org/officeDocument/2006/relationships/slide" Target="/ppt/slides/slide5.xml" Id="Ra65a4986959f47ef" /><Relationship Type="http://schemas.openxmlformats.org/officeDocument/2006/relationships/slide" Target="/ppt/slides/slide6.xml" Id="R0b4035fc217a40f0" /><Relationship Type="http://schemas.openxmlformats.org/officeDocument/2006/relationships/slide" Target="/ppt/slides/slide7.xml" Id="R8b0902fa1c0147a7" /><Relationship Type="http://schemas.openxmlformats.org/officeDocument/2006/relationships/slide" Target="/ppt/slides/slide8.xml" Id="Ra4c11419ba3d4095" /><Relationship Type="http://schemas.openxmlformats.org/officeDocument/2006/relationships/slide" Target="/ppt/slides/slide9.xml" Id="R9b47d36a8d614f4b" /><Relationship Type="http://schemas.openxmlformats.org/officeDocument/2006/relationships/slide" Target="/ppt/slides/slide10.xml" Id="Rdab8a9641d7e4d5a" /><Relationship Type="http://schemas.openxmlformats.org/officeDocument/2006/relationships/slide" Target="/ppt/slides/slide11.xml" Id="R75268f892d6d44a6" /><Relationship Type="http://schemas.openxmlformats.org/officeDocument/2006/relationships/slide" Target="/ppt/slides/slide12.xml" Id="Radc0a9800d3f404f" /><Relationship Type="http://schemas.openxmlformats.org/officeDocument/2006/relationships/slide" Target="/ppt/slides/slide13.xml" Id="R121be36490134349" /><Relationship Type="http://schemas.openxmlformats.org/officeDocument/2006/relationships/slide" Target="/ppt/slides/slide14.xml" Id="R95cebd90b3eb4763" /><Relationship Type="http://schemas.openxmlformats.org/officeDocument/2006/relationships/slide" Target="/ppt/slides/slide15.xml" Id="R81d295ebcc6545f9" /><Relationship Type="http://schemas.openxmlformats.org/officeDocument/2006/relationships/slide" Target="/ppt/slides/slide16.xml" Id="Rda34ddb67d664be6" /><Relationship Type="http://schemas.openxmlformats.org/officeDocument/2006/relationships/slide" Target="/ppt/slides/slide17.xml" Id="R7f45188c067b4a8e" /><Relationship Type="http://schemas.openxmlformats.org/officeDocument/2006/relationships/slide" Target="/ppt/slides/slide18.xml" Id="R1f2af78d7d7c4440" /><Relationship Type="http://schemas.openxmlformats.org/officeDocument/2006/relationships/slide" Target="/ppt/slides/slide19.xml" Id="Rc7fe0ba25d5f41be" /><Relationship Type="http://schemas.openxmlformats.org/officeDocument/2006/relationships/slide" Target="/ppt/slides/slide20.xml" Id="R8402b29ad8574008" /><Relationship Type="http://schemas.openxmlformats.org/officeDocument/2006/relationships/slide" Target="/ppt/slides/slide21.xml" Id="R2fccf5436bbf424d" /><Relationship Type="http://schemas.openxmlformats.org/officeDocument/2006/relationships/slide" Target="/ppt/slides/slide22.xml" Id="R0244d2638d094901" /><Relationship Type="http://schemas.openxmlformats.org/officeDocument/2006/relationships/slide" Target="/ppt/slides/slide23.xml" Id="Rdcae98496bbd4dc2" /><Relationship Type="http://schemas.openxmlformats.org/officeDocument/2006/relationships/slide" Target="/ppt/slides/slide24.xml" Id="R718523c1833e463f" /><Relationship Type="http://schemas.openxmlformats.org/officeDocument/2006/relationships/slide" Target="/ppt/slides/slide25.xml" Id="Rf05152b833d54d9f" /><Relationship Type="http://schemas.openxmlformats.org/officeDocument/2006/relationships/slide" Target="/ppt/slides/slide26.xml" Id="Rd48e31a09fa44993" /><Relationship Type="http://schemas.openxmlformats.org/officeDocument/2006/relationships/slide" Target="/ppt/slides/slide27.xml" Id="R5ea9b85bf5954c6c" /><Relationship Type="http://schemas.openxmlformats.org/officeDocument/2006/relationships/slide" Target="/ppt/slides/slide28.xml" Id="Rca100e1acd1c4f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afd51bd8e4c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7ec8c5af944af" /><Relationship Type="http://schemas.openxmlformats.org/officeDocument/2006/relationships/notesMaster" Target="/ppt/notesMasters/notesMaster1.xml" Id="R1c9af33a14f2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9ed0bc1054487" /><Relationship Type="http://schemas.openxmlformats.org/officeDocument/2006/relationships/notesMaster" Target="/ppt/notesMasters/notesMaster1.xml" Id="Re95284ceca454c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7566f0c6dd4bca" /><Relationship Type="http://schemas.openxmlformats.org/officeDocument/2006/relationships/notesMaster" Target="/ppt/notesMasters/notesMaster1.xml" Id="R8dc55f8e80d145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728bf5c6c45c9" /><Relationship Type="http://schemas.openxmlformats.org/officeDocument/2006/relationships/notesMaster" Target="/ppt/notesMasters/notesMaster1.xml" Id="Rc20abeafd41645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adef7af70749f3" /><Relationship Type="http://schemas.openxmlformats.org/officeDocument/2006/relationships/notesMaster" Target="/ppt/notesMasters/notesMaster1.xml" Id="R32185b27574c46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7eb1821b83458b" /><Relationship Type="http://schemas.openxmlformats.org/officeDocument/2006/relationships/notesMaster" Target="/ppt/notesMasters/notesMaster1.xml" Id="R07b984e7021e42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99cbf87d48428f" /><Relationship Type="http://schemas.openxmlformats.org/officeDocument/2006/relationships/notesMaster" Target="/ppt/notesMasters/notesMaster1.xml" Id="R4dadbef0fd4a49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cb0ac0c1174f95" /><Relationship Type="http://schemas.openxmlformats.org/officeDocument/2006/relationships/notesMaster" Target="/ppt/notesMasters/notesMaster1.xml" Id="R3ca520a2abc240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6f2332db954df2" /><Relationship Type="http://schemas.openxmlformats.org/officeDocument/2006/relationships/notesMaster" Target="/ppt/notesMasters/notesMaster1.xml" Id="R32c6b778a6a545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b38498485d4a79" /><Relationship Type="http://schemas.openxmlformats.org/officeDocument/2006/relationships/notesMaster" Target="/ppt/notesMasters/notesMaster1.xml" Id="Ra86e6158ac7046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47506914140b0" /><Relationship Type="http://schemas.openxmlformats.org/officeDocument/2006/relationships/notesMaster" Target="/ppt/notesMasters/notesMaster1.xml" Id="R5f2ae159146f46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bf0c2c9afe4d64" /><Relationship Type="http://schemas.openxmlformats.org/officeDocument/2006/relationships/notesMaster" Target="/ppt/notesMasters/notesMaster1.xml" Id="R972a6346a22b42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dd96c3569546df" /><Relationship Type="http://schemas.openxmlformats.org/officeDocument/2006/relationships/notesMaster" Target="/ppt/notesMasters/notesMaster1.xml" Id="R5c8f2c470f314f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84ab999d3c4e4c" /><Relationship Type="http://schemas.openxmlformats.org/officeDocument/2006/relationships/notesMaster" Target="/ppt/notesMasters/notesMaster1.xml" Id="R5f246ee873ad48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af7da5c6d14fe4" /><Relationship Type="http://schemas.openxmlformats.org/officeDocument/2006/relationships/notesMaster" Target="/ppt/notesMasters/notesMaster1.xml" Id="Reae34f6eda4248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9ca9cf53544f80" /><Relationship Type="http://schemas.openxmlformats.org/officeDocument/2006/relationships/notesMaster" Target="/ppt/notesMasters/notesMaster1.xml" Id="R5d449b40c3c74c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65a9ea3c3a403e" /><Relationship Type="http://schemas.openxmlformats.org/officeDocument/2006/relationships/notesMaster" Target="/ppt/notesMasters/notesMaster1.xml" Id="Rde43fc5741234b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1962dc14fc4da1" /><Relationship Type="http://schemas.openxmlformats.org/officeDocument/2006/relationships/notesMaster" Target="/ppt/notesMasters/notesMaster1.xml" Id="Rb9a1db387e7a42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2467ab89df4399" /><Relationship Type="http://schemas.openxmlformats.org/officeDocument/2006/relationships/notesMaster" Target="/ppt/notesMasters/notesMaster1.xml" Id="Rf1513a0a61ae46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5e4f92f9fa4d22" /><Relationship Type="http://schemas.openxmlformats.org/officeDocument/2006/relationships/notesMaster" Target="/ppt/notesMasters/notesMaster1.xml" Id="Rf172084373274d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4aec1d9eda4e25" /><Relationship Type="http://schemas.openxmlformats.org/officeDocument/2006/relationships/notesMaster" Target="/ppt/notesMasters/notesMaster1.xml" Id="Rc026a7924e5a4b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8af9f37079411f" /><Relationship Type="http://schemas.openxmlformats.org/officeDocument/2006/relationships/notesMaster" Target="/ppt/notesMasters/notesMaster1.xml" Id="R80e47113122246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32c8b9b8d9428f" /><Relationship Type="http://schemas.openxmlformats.org/officeDocument/2006/relationships/notesMaster" Target="/ppt/notesMasters/notesMaster1.xml" Id="R64605fa2a1874b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dfb10ed0c14fbd" /><Relationship Type="http://schemas.openxmlformats.org/officeDocument/2006/relationships/notesMaster" Target="/ppt/notesMasters/notesMaster1.xml" Id="Re77ed45d03ef42d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9706961af6452d" /><Relationship Type="http://schemas.openxmlformats.org/officeDocument/2006/relationships/notesMaster" Target="/ppt/notesMasters/notesMaster1.xml" Id="R774b592cc78d4d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373f3fcbbe4e11" /><Relationship Type="http://schemas.openxmlformats.org/officeDocument/2006/relationships/notesMaster" Target="/ppt/notesMasters/notesMaster1.xml" Id="Rf5bb04c9009949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599b8a24e54bd5" /><Relationship Type="http://schemas.openxmlformats.org/officeDocument/2006/relationships/notesMaster" Target="/ppt/notesMasters/notesMaster1.xml" Id="R1039ef3f31d445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c07fce31cc4f66" /><Relationship Type="http://schemas.openxmlformats.org/officeDocument/2006/relationships/notesMaster" Target="/ppt/notesMasters/notesMaster1.xml" Id="Raec6f832f334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  <a:p xmlns:a="http://schemas.openxmlformats.org/drawingml/2006/main">
            <a:r>
              <a:t>https://wiki.seeedstudio.com/lerobot_so100m_new/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https://huggingface.co/docs/lerobot/en/so101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Classroom workflow authored for this deck;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04256aada46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8c035424d47a2" /><Relationship Type="http://schemas.openxmlformats.org/officeDocument/2006/relationships/slideLayout" Target="/ppt/slideLayouts/slideLayout1.xml" Id="R84a848d7a296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848d7a296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6a7919104416" /><Relationship Type="http://schemas.openxmlformats.org/officeDocument/2006/relationships/image" Target="/ppt/media/image.png" Id="Rb224824f711e4b0b" /><Relationship Type="http://schemas.openxmlformats.org/officeDocument/2006/relationships/notesSlide" Target="/ppt/notesSlides/notesSlide1.xml" Id="Rec5a8a3fd0d14e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692c5e107453e" /><Relationship Type="http://schemas.openxmlformats.org/officeDocument/2006/relationships/notesSlide" Target="/ppt/notesSlides/notesSlide2.xml" Id="R9e6df386f2a54b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3f5b3e9b14b4d" /><Relationship Type="http://schemas.openxmlformats.org/officeDocument/2006/relationships/notesSlide" Target="/ppt/notesSlides/notesSlide3.xml" Id="R4949fa064f2a4d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cf52168c0412e" /><Relationship Type="http://schemas.openxmlformats.org/officeDocument/2006/relationships/notesSlide" Target="/ppt/notesSlides/notesSlide4.xml" Id="Ra399e1f6e98a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e5464dce24ab9" /><Relationship Type="http://schemas.openxmlformats.org/officeDocument/2006/relationships/notesSlide" Target="/ppt/notesSlides/notesSlide5.xml" Id="R7abfff5a326a42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cda882ed94e38" /><Relationship Type="http://schemas.openxmlformats.org/officeDocument/2006/relationships/notesSlide" Target="/ppt/notesSlides/notesSlide6.xml" Id="R780051dfd29f47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d9aab762d436a" /><Relationship Type="http://schemas.openxmlformats.org/officeDocument/2006/relationships/notesSlide" Target="/ppt/notesSlides/notesSlide7.xml" Id="R7f57179683f340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f2ac5e6e944b1" /><Relationship Type="http://schemas.openxmlformats.org/officeDocument/2006/relationships/notesSlide" Target="/ppt/notesSlides/notesSlide8.xml" Id="R617040e9e99243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70b2df30145dd" /><Relationship Type="http://schemas.openxmlformats.org/officeDocument/2006/relationships/notesSlide" Target="/ppt/notesSlides/notesSlide9.xml" Id="R4df669b058c24c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584ad38fb466c" /><Relationship Type="http://schemas.openxmlformats.org/officeDocument/2006/relationships/notesSlide" Target="/ppt/notesSlides/notesSlide10.xml" Id="Re8841f973b0c46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dc69103a04628" /><Relationship Type="http://schemas.openxmlformats.org/officeDocument/2006/relationships/notesSlide" Target="/ppt/notesSlides/notesSlide11.xml" Id="Rc7191008bdd848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3fa142c9e4e97" /><Relationship Type="http://schemas.openxmlformats.org/officeDocument/2006/relationships/notesSlide" Target="/ppt/notesSlides/notesSlide12.xml" Id="R13a52509b11b47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d14201d6348eb" /><Relationship Type="http://schemas.openxmlformats.org/officeDocument/2006/relationships/notesSlide" Target="/ppt/notesSlides/notesSlide13.xml" Id="Ra5740ceea4a74a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3b9a65cb84721" /><Relationship Type="http://schemas.openxmlformats.org/officeDocument/2006/relationships/notesSlide" Target="/ppt/notesSlides/notesSlide14.xml" Id="Ref456e96517c4e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f44fb667f48fb" /><Relationship Type="http://schemas.openxmlformats.org/officeDocument/2006/relationships/image" Target="/ppt/media/image.jpeg" Id="Rc7b54e4754e14ee2" /><Relationship Type="http://schemas.openxmlformats.org/officeDocument/2006/relationships/notesSlide" Target="/ppt/notesSlides/notesSlide15.xml" Id="Re3bf2a5f3db645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2083d431f4fbc" /><Relationship Type="http://schemas.openxmlformats.org/officeDocument/2006/relationships/notesSlide" Target="/ppt/notesSlides/notesSlide16.xml" Id="R73999afed9f54e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ef2cb738c422c" /><Relationship Type="http://schemas.openxmlformats.org/officeDocument/2006/relationships/notesSlide" Target="/ppt/notesSlides/notesSlide17.xml" Id="Re265c79eae0442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097ca6a8400b" /><Relationship Type="http://schemas.openxmlformats.org/officeDocument/2006/relationships/notesSlide" Target="/ppt/notesSlides/notesSlide18.xml" Id="R337aa2a9fb834c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523e289b94b82" /><Relationship Type="http://schemas.openxmlformats.org/officeDocument/2006/relationships/notesSlide" Target="/ppt/notesSlides/notesSlide19.xml" Id="Rf27b17e0a46745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4015326574779" /><Relationship Type="http://schemas.openxmlformats.org/officeDocument/2006/relationships/notesSlide" Target="/ppt/notesSlides/notesSlide20.xml" Id="R185df922e98e43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20d49e9b04c3a" /><Relationship Type="http://schemas.openxmlformats.org/officeDocument/2006/relationships/notesSlide" Target="/ppt/notesSlides/notesSlide21.xml" Id="Rab64fe6e47bc47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76b14a9004b29" /><Relationship Type="http://schemas.openxmlformats.org/officeDocument/2006/relationships/image" Target="/ppt/media/image2.jpeg" Id="R503d1343a720456e" /><Relationship Type="http://schemas.openxmlformats.org/officeDocument/2006/relationships/notesSlide" Target="/ppt/notesSlides/notesSlide22.xml" Id="Rfaf6ff6fa89f43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c550d43b406c" /><Relationship Type="http://schemas.openxmlformats.org/officeDocument/2006/relationships/notesSlide" Target="/ppt/notesSlides/notesSlide23.xml" Id="R8fe7d05a88754f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0351d7a44467d" /><Relationship Type="http://schemas.openxmlformats.org/officeDocument/2006/relationships/notesSlide" Target="/ppt/notesSlides/notesSlide24.xml" Id="Rb4ee8dc039104b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e224eb8b74cb9" /><Relationship Type="http://schemas.openxmlformats.org/officeDocument/2006/relationships/notesSlide" Target="/ppt/notesSlides/notesSlide25.xml" Id="R59feb507e65f4b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4229012804a46" /><Relationship Type="http://schemas.openxmlformats.org/officeDocument/2006/relationships/notesSlide" Target="/ppt/notesSlides/notesSlide26.xml" Id="Rfaf1df771a8c46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d15242a0d4248" /><Relationship Type="http://schemas.openxmlformats.org/officeDocument/2006/relationships/notesSlide" Target="/ppt/notesSlides/notesSlide27.xml" Id="R70a1b81557a24f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e1e1f275b479f" /><Relationship Type="http://schemas.openxmlformats.org/officeDocument/2006/relationships/notesSlide" Target="/ppt/notesSlides/notesSlide28.xml" Id="R65243463549249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C0EE5-EEB3-4D11-8B64-F7349CE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8CF3B-A8AC-49A3-A9E1-934512E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2시간 실습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9256C-53BE-4F86-8E2A-C9147F95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SO-101 모터 번호 지정과</a:t>
            </a:r>
          </a:p>
          <a:p xmlns:a="http://schemas.openxmlformats.org/drawingml/2006/main">
            <a:pPr algn="l">
              <a:defRPr sz="40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A5755-57E7-44B3-8587-9D381E0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리더암과 팔로워암을 컴퓨터가 정확히 알아보도록 만드는 첫 설정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4824f711e4b0b"/>
          <a:stretch xmlns:a="http://schemas.openxmlformats.org/drawingml/2006/main"/>
        </p:blipFill>
        <p:spPr>
          <a:xfrm xmlns:a="http://schemas.openxmlformats.org/drawingml/2006/main">
            <a:off x="6572250" y="1870472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D26B-6BA6-4F73-A6B2-33C4F26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D0812-B5F1-4CB0-9EEC-C4CAB96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연결 확인 → ID 1~6 → 통신 확인 → 범위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E7E44-4D3D-4F20-8622-7002EDA2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SO-101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9ECE-0AAA-401A-AE79-95973CA8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0642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A8E74-0328-42FF-9300-5454F012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1FF30-CC9D-4CB1-9694-82E13FBC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오늘은 로봇팔이 자기 관절을 알아보게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66FCD-3BE3-4A72-BE59-1D4319F4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명령어를 외우는 수업이 아니라, 연결 상태를 확인하고 안전하게 설정하는 수업이다.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FB0BD-1F82-4918-993A-F03841B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D8A06-0F78-4A24-AA44-42E6D12C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903DF-AC8D-4C94-99E6-B9839A3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67F26-BC81-4BDE-913F-4CD21860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7C73A-830F-47E3-8B81-B057889D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67253-5A09-45BF-89F0-4AB813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포트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C67C7-CFF1-44CE-AC87-F63F8C96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3642C-31F4-4825-A214-144EF25E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4A1B1-D0F5-4E51-8279-53B03B0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지정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4AB93-A278-4C07-AE4B-02B0215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E87DF-7D9A-439C-BF4C-58BF0393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0D182-29B8-422A-BD8E-1F00D73B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6개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381F5-530D-4CA8-BEA1-36078EEE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40913-CE52-445A-956A-E7337F6E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F8A32-C97C-48C9-B8BC-A51D543C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396BB-C2DF-43A3-A2EB-8F6941B5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완료 기준: 리더와 팔로워 모두 1~6번이 인식되고 calibration JSON이 저장된다.</a:t>
            </a:r>
          </a:p>
        </p:txBody>
      </p:sp>
    </p:spTree>
    <p:extLst>
      <p:ext uri="{BB962C8B-B14F-4D97-AF65-F5344CB8AC3E}">
        <p14:creationId xmlns:p14="http://schemas.microsoft.com/office/powerpoint/2010/main" val="50670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3E4A05-F534-4B7D-A511-50A639F5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수업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F3BDB-A486-40F0-8E6B-756E64E0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120분은 설명보다 확인과 실습에 더 많이 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A6424-F678-4459-A4BB-84C43DA0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4ABC0-1713-46BD-8C66-B38C2B7B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수업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B2C5A-A818-4D36-926D-4638C42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34A89-D92C-48CF-921B-7968589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C41E3-08AD-41E3-925C-0915084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0–20분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0FC10-796B-46B9-BFF5-ED4871A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구조·안전·Codex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C9039-2807-49CA-8675-B0F58415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F5F6B-B660-444E-88AF-CA95A9C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987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35672-225E-4EEC-A50B-1F8C8CD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03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20–35분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034D5-43E3-49BF-925C-23A58547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환경·COM 포트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81473-2ED7-477C-B6BE-C785AFC7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29044-2B5A-4B12-AE61-B6CF1DF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987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07AB8-E2A7-48B4-909B-A55506BE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35–65분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5B2E4-2085-47E1-9920-0A480D9D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 ID 1~6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122A7-3805-47DA-9DB1-7137394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07815-E771-4730-A0EF-393DB9A9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C1ED6-41F0-47F2-821E-05311C5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03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65–90분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AFC80-3D8F-43D0-8785-8A913F3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팔로워 ID 1~6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F94EF-714A-4CC1-951F-058FC7E7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8E19F-58A5-46F8-AE2D-68F7BE5F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4B86A-65DD-4443-B273-CF47BE1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90–105분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E7A44-AB9C-4397-B5D1-001893B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6개 통신 점검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13105-D673-4491-8A7F-E5F5FA5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81F7C-2A60-44DD-AAC3-775FB71F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09875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89A81-1905-438D-A378-299FC6B0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003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105–120분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C3899-7321-46AB-B06A-1AF7A2C6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2425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양쪽 캘리브레이션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80CDE-9E9A-4B4B-BF13-4FB02350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조별 역할: 전원 담당 · PowerShell 담당 · 기록 담당</a:t>
            </a:r>
          </a:p>
        </p:txBody>
      </p:sp>
    </p:spTree>
    <p:extLst>
      <p:ext uri="{BB962C8B-B14F-4D97-AF65-F5344CB8AC3E}">
        <p14:creationId xmlns:p14="http://schemas.microsoft.com/office/powerpoint/2010/main" val="1988815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F2B9E-CCC7-49EA-A145-AE726509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2AB53-CCF7-4DFA-B851-C94E0607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리더는 읽고, 팔로워는 움직인다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EB2D0-A3CB-4279-9451-805AE57C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두 팔은 관절 이름과 ID 순서를 맞춰야 같은 자세를 주고받을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BC218-2C28-456B-858E-A9A57F5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051E-3AC6-436D-9636-5B8890CE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08F7E-012A-4E24-A6B3-E5137F7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D68E9-F2B8-4CA9-A617-86C4C86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1F28A-6C47-4821-A128-A3F0D1A5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LEADER · 조종 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57AA0-D610-4AF9-8CC1-D89F9C8F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사람이 손으로 움직인다.</a:t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각 모터의 현재 위치를 컴퓨터가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캘리브레이션 명령에서는 --teleop 옵션을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84387-BB13-4573-9E47-32767FA1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FOLLOWER · 실행 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5E8C0-59BD-4B6C-AEB8-3643A128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컴퓨터가 목표 위치를 보낸다.</a:t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모터 토크로 실제 팔이 움직인다.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캘리브레이션 명령에서는 --robot 옵션을 사용한다.</a:t>
            </a:r>
          </a:p>
        </p:txBody>
      </p:sp>
    </p:spTree>
    <p:extLst>
      <p:ext uri="{BB962C8B-B14F-4D97-AF65-F5344CB8AC3E}">
        <p14:creationId xmlns:p14="http://schemas.microsoft.com/office/powerpoint/2010/main" val="1318022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5EAE6-4221-4016-A1FC-90CBB119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ACC37-0549-4971-9281-2C77AC9A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여섯 관절에는 1번부터 6번까지 출석번호가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53A99-9FBC-4C37-8F55-7534638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B26A8-3D21-4C34-A4E9-95A9EA9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695D5-28A2-4598-B34E-8B851E9F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207E-7D6A-405C-8270-C8AEB065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3005F-53A5-427F-9643-A97D1A8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CD47A-2BB4-4FE5-B9FC-790D2B9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383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shoulder_pan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E235F-1632-4896-8271-5268FED4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바닥 좌우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F43DB-7DD4-4407-A68A-175A3227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5315E-1805-4F87-96BB-D46F3C1B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289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49B98-9DFE-419A-A62E-5F03AEBD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289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shoulder_lift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CDC09-87B7-4160-B802-EF9C7449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28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어깨 위아래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7742D-43E2-48CD-B809-EA8DCE7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C61B0-906C-4C97-A1F4-4C51BF1F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94E65-BDF2-4AD7-AC6F-49845F46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194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elbow_flex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7B222-9224-4954-906C-717BAA1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194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팔꿈치 접기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F3D86-E52C-4357-8A2A-2D1BCED7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18AFE-87B2-4719-8CAE-DE5EA54A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A868B-75F4-4206-A12A-6EAAD4F3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100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wrist_flex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F0F13-2A7C-400B-BEDB-F8950C46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100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손목 위아래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C3D0E-5D8B-4064-A86E-8ADFFA12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65B58-AD25-4227-AB5E-D0A890CD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442D4-96FE-419D-8F3B-4E55A7D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005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wrist_roll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54C66-D516-4CCC-9A8B-5651220B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손목 회전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7E987-80F3-40C1-9C66-605AEDC3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0F3B5D-3CAF-4BE5-B3DB-D02CC4CB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549BF9-5914-431A-8753-1DC29E49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gripper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1F3E57-94DA-493C-8E22-75C2696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911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손잡이·집게</a:t>
            </a:r>
          </a:p>
        </p:txBody>
      </p:sp>
    </p:spTree>
    <p:extLst>
      <p:ext uri="{BB962C8B-B14F-4D97-AF65-F5344CB8AC3E}">
        <p14:creationId xmlns:p14="http://schemas.microsoft.com/office/powerpoint/2010/main" val="605871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FF89E-6640-414E-B0A3-5BF56EBC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안전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8168E-6537-4846-8B5A-3097B9B6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전원을 끄는 판단이 명령어보다 먼저다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8EEC1-D4F9-42A0-BF11-CA58596D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4E680-3EC7-48F3-95AB-00FB4FDC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안전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C941C-4663-45D9-9FF2-E8CBF7F7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86949-A9DB-490D-B686-4F7D283B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2316B-1364-4918-98D8-08120E2D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0E9D8-6DE2-41CD-97B2-AA2C9EB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90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지정 중에는 대상 모터 한 개만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6DC3B-6D63-4671-9F37-EB3074B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08B09-A93D-4C11-8F0C-1C57D9E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E233F-A88E-439B-AA42-9C2823FF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384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전원 어댑터 전압을 모터 규격과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4C9A2-F265-43EF-816F-654E32D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20A6B-D92D-42DC-B2C2-1A07ED87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026F1-E3E2-4506-A92E-7A31BE7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관절과 집게 사이에 손가락 넣지 않기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772C7-8DDA-495C-9AA3-B4501B0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C60AA-614D-4FC8-A55B-B8629132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E2107-4CE2-44D8-B2E8-5B231884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338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갑자기 움직이거나 Overload가 뜨면 즉시 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FD185-B4C1-49DC-BA1B-016EB07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C6C5D-F78A-4B5A-BDBF-2C3DD8AF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2D477-B090-4CF3-BE68-43BFC3F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FD 프로그램과 LeRobot이 같은 COM 포트를 함께 열지 않기</a:t>
            </a:r>
          </a:p>
        </p:txBody>
      </p:sp>
    </p:spTree>
    <p:extLst>
      <p:ext uri="{BB962C8B-B14F-4D97-AF65-F5344CB8AC3E}">
        <p14:creationId xmlns:p14="http://schemas.microsoft.com/office/powerpoint/2010/main" val="572785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C405A-A6F7-4772-8ECB-4B720F8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CODEX 사용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205C7-7B44-4940-815F-C87B6E8B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긴 프롬프트는 HTML의 복사 버튼으로 넣는다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754F4-3C2E-4D98-B36D-E97E00AD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PPT 아래 파일을 같은 폴더에 두면 주소를 입력하거나 QR을 찍을 필요가 없다.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A7C68-F967-4E5C-B29F-C2026415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15E01-DA48-435A-AA86-4EBC3CC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Codex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67C5B-B77B-497E-B69C-1F293D93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A27FE-E39B-47A1-A06D-9883B8C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SO101_수업_시작.html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CA0E6-F1D7-4727-9E30-8DA12618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83E0B-522C-4574-AEDF-8D083E2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① 파일 더블클릭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2C855-254E-4C22-9C74-0CEA8EDC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② 폴더·COM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75A8F-3423-43EA-B85C-CB8767C4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③ 프롬프트 복사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CE75D-5533-4CE6-B728-545EFAD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④ Codex에 붙여넣기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D8764-F645-4358-8728-A2293B9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HTML을 열 수 없으면 SO101_Codex_프롬프트.txt를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1632367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EB0D9-152F-4B61-99A3-DE6C209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CODEX 사용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0CECC-68B2-4FE7-BE1F-C6897F92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처음 한 번만 수업 범위와 안전 규칙을 알려준다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CACE6-9060-46CF-8A8B-FA363B1E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0B948-32BD-4F47-A991-C34F9FA4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Codex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5D6BA-71DF-4D92-A2EA-A4F34A5E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EAF15-156A-4B2A-9843-7201DA1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73819-44D2-4339-A641-52373D75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너는 학교 SO-101 로봇팔 실습을 도와주는 개발 도우미야.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Windows PowerShell을 사용하고, 한 번에 한 단계만 안내해.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포트를 추측하지 말고 출력으로 확인해.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AI 학습·카메라·데이터 수집으로 넘어가지 마.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모터를 움직이기 전 안전 확인부터 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C0835-EDD2-40AF-9761-358D24EE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이후에는 “지금 리더암만 연결했어. ID 지정을 도와줘.”처럼 짧게 요청한다.</a:t>
            </a:r>
          </a:p>
        </p:txBody>
      </p:sp>
    </p:spTree>
    <p:extLst>
      <p:ext uri="{BB962C8B-B14F-4D97-AF65-F5344CB8AC3E}">
        <p14:creationId xmlns:p14="http://schemas.microsoft.com/office/powerpoint/2010/main" val="1787222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4DF6B-FEFB-4B82-90D2-F4A6854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B561-3059-4887-B076-7C140917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가상환경 안의 Python과 LeRobot을 먼저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A51B2-190E-4447-84DA-1D75E563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4F434-1632-486B-A0E8-5BF6F6C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CD544-51E9-4E3B-8F42-071BA02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DA8F2-DFC2-46FB-937F-2C7C713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01D55-94D3-434A-89EA-6E5051C6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.\.venv\Scripts\python.exe --version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.\.venv\Scripts\python.exe -m pip show lerobot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F6AE6-8DB1-475D-930E-096AC2A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ED"/>
          </a:solidFill>
          <a:ln xmlns:a="http://schemas.openxmlformats.org/drawingml/2006/main" w="9525">
            <a:solidFill>
              <a:srgbClr val="117A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5809D-673D-484A-A6FC-1E7814A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55809-FFEE-4867-918B-383E8DD3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Python 버전과 LeRobot 패키지 정보가 출력된다.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854AD-DE0E-47C2-96F4-F639EC05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24375"/>
            <a:ext cx="5191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8"/>
          </a:solidFill>
          <a:ln xmlns:a="http://schemas.openxmlformats.org/drawingml/2006/main" w="9525">
            <a:solidFill>
              <a:srgbClr val="B62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32187-D513-4237-9134-C6E1F312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67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A8562-CF90-45A7-9C12-30653E0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.venv가 없으면 설치 단계를 먼저 복구한다.</a:t>
            </a:r>
          </a:p>
        </p:txBody>
      </p:sp>
    </p:spTree>
    <p:extLst>
      <p:ext uri="{BB962C8B-B14F-4D97-AF65-F5344CB8AC3E}">
        <p14:creationId xmlns:p14="http://schemas.microsoft.com/office/powerpoint/2010/main" val="1718020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E1A7F-D8BE-4BCD-9B08-2241B7A6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8A787-8868-4691-AE88-8C02231B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가상환경 활성화가 안 돼도 작업을 계속할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36DEF-C169-4B4A-863C-13F3F16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15AC9-52EA-41F2-BB91-05AFC363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B2BF5-8452-4FE4-A823-3D4CE8EC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0DF5A-A5AD-4939-B0B3-633174E3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권장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06336-13F9-4B33-8DB4-90EA43E2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85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82643-EE30-4B62-84A1-6C53668D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.\.venv\Scripts\python.exe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35C47-9905-47E5-AA4C-8E604246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직접 실행 파일을 지정하면 PowerShell 실행 정책과 활성화 문제를 피할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F472D-349C-49F5-890C-C8824DE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12C2A-F084-4508-BD13-410DD87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EACFD-E3A8-445C-AE22-95E8842E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109DB-E62B-4BCE-9BD5-4B9E6CD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이 명령이 시스템 Python을 가리키면 serial 또는 lerobot 패키지가 없다고 나올 수 있다.</a:t>
            </a:r>
          </a:p>
        </p:txBody>
      </p:sp>
    </p:spTree>
    <p:extLst>
      <p:ext uri="{BB962C8B-B14F-4D97-AF65-F5344CB8AC3E}">
        <p14:creationId xmlns:p14="http://schemas.microsoft.com/office/powerpoint/2010/main" val="2111209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D6645-7876-43C6-AAFC-652C8CD1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포트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D941B-7ADF-47D5-9E40-A3A11111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연결된 직렬 포트를 PowerShell에서 모두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66B2D-A923-4CA5-A8FD-A5B5207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125F5-AA86-43B7-9275-4480704A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포트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13370-EBB8-419B-9C0E-414AA8C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73145-24A9-433D-BAFE-2049B9C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820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AF78D-1CFE-409E-B69D-11F24748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10363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62A56-98DC-4B9C-8E6E-2AFCDCC2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14AFE-016F-446A-B6DC-DCEBCB7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찾을 문구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A44C7-DA6C-4FD7-ADA9-099B572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614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11614"/>
                </a:solidFill>
                <a:latin typeface="Consolas"/>
                <a:ea typeface="Consolas"/>
                <a:cs typeface="Consolas"/>
              </a:rPr>
              <a:t>USB-Enhanced-SERIAL CH343(COM번호)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76435-2C52-40A1-8A56-1671CCE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Bluetooth에서 직렬 링크는 SO-101 제어 보드가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063667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3DAE7-962C-4C3F-8C8C-0FB3F58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포트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6019F-B33C-41F2-AAC0-18FDBDB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한 팔씩 뺐다 꽂으면 리더와 팔로워를 정확히 구분할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C218D-A609-44F1-8FFA-372A47A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D50D3-3F73-473D-B674-A6CD012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포트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6465F-0874-451A-B721-7AD1ADB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A606E-1964-4523-B284-B613452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54D9A-B375-4BD9-A3D0-C21B63E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CA36D-0580-4BC5-97CB-56B7BCF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9D865-8C6A-400B-9F98-8BE8D42D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두 팔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F74A6-9811-4BAA-B46E-525751C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CH343 포트 두 개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12922-8F5B-4229-99AB-DD1AE06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364E5-9D7D-4B10-9386-CFB4D44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A5443-EBF0-4116-8173-BE4BD20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84FB2-0ECF-4F56-83CE-CD2C033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38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 USB 제거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EF6FB-9F59-4911-810D-5F89AE7F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사라진 COM이 리더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941B1-0358-41D6-847A-813318BA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EB20B-6E54-437B-B15B-91078D2C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27CE0-8A27-4638-BF46-E68C068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53656-7819-42BB-8FEF-959A2BFD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 연결·팔로워 제거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2246B-D700-4CA0-A761-751E75FD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623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사라진 COM이 팔로워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97DDF-41AB-4FB0-AA9C-C85AB800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포트 번호는 USB 위치에 따라 바뀔 수 있으므로 매 수업마다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975047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77E97-0DB2-4529-A1FE-3515B2FC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모터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64B27-7238-4FE8-A72A-8481EF0D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ID는 같은 선에 연결된 모터를 구별하는 주소다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03027-E2AB-4D9B-96E4-8B1D590C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0A4EC-12B3-408C-96E0-2EE9F5D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F2C31-2B50-42E5-B4F0-F4B87DC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A9C43-9067-4141-B68E-03C8004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제어 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CEF72-5519-4429-8833-885F4C4E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765A9-898C-4152-8AE2-CD141F4E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제어 보드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2D4BE-BC6E-4AF7-BF38-A8DC8837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AB264-0A52-41CE-AFC2-1A8CDC8C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51E89-D86C-4E5C-917F-7312C50A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6758F-B34D-40C9-8844-46B33766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90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7F07E-962C-4FF3-85F3-0E7A73E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18E84-0E12-41AB-8345-C3E68CD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CED93-018B-45AF-8E49-40FBD02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90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8D5D6-7765-4D06-A154-D87DC6FC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809F4-423D-41E8-9171-79F6BBB6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4495A-8221-4585-B9B2-50126102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90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8F9F6-216D-4AE3-9A71-7079043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85AF8-739F-4F36-9180-5BDE9707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18CC1-6578-41C6-9E0F-D5E7E9C9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90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6B421-3D10-4F5A-91DF-4012BB04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1A558-B7F4-4577-9E4E-BD8E0D7B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F612A-3A5D-4E06-8EEE-890DE0B1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90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0F313-7EAB-4E8F-8FAE-B448907A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84BEE-B26D-42D5-A208-6892A9B7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ID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83D1C-1CD2-4D39-9420-3E88F4E9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같은 선 안에서 ID가 겹치면 컴퓨터가 어느 모터와 대화해야 할지 알 수 없다.</a:t>
            </a:r>
          </a:p>
        </p:txBody>
      </p:sp>
    </p:spTree>
    <p:extLst>
      <p:ext uri="{BB962C8B-B14F-4D97-AF65-F5344CB8AC3E}">
        <p14:creationId xmlns:p14="http://schemas.microsoft.com/office/powerpoint/2010/main" val="820489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8FB6A3-27CC-4E48-A8C1-E7F4D1A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모터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FA317-3F1A-4857-8195-9B33D39A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리더와 팔로워는 같은 관절에 같은 번호를 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9F8E2-1C80-4841-BA4C-463E74C0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6BFA-8CEB-40F8-AE41-4C35A753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74A97-6D7D-4054-9F15-CBC0B4FE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63DB5-FCC7-44B9-9C67-33C4382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EF98A-51D9-4CE7-B298-DE80603C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6457B-1192-4336-BA27-E83A47C1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431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DF640-8BDF-4662-A723-DF879038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431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LeRobot 이름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B455D-D9AE-4AC0-BFA6-A49287C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29A5E-5EA0-4B35-9A67-829A521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움직임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A848D-11DE-4492-86EC-7A6D073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4A90C-D6D3-4F4F-B0BF-557AB95A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032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15048-E80C-4B04-810A-7BA750DA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67324-5248-4D92-99F7-479CBF53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18B7A-1122-446F-9607-FA9D5D02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003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shoulder_pan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CCE2C-862C-4753-A7C3-2AAA452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003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좌우 회전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7014B-9D03-4664-8041-1E6BC09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23102-6295-4EB1-A8E7-49182023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77A52-A176-4427-9DB1-1A076731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7657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F9C98-E1E6-4DC7-96D8-C09B4D5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AFB28-EB54-44E1-973F-D069F45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765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shoulder_lift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1AF03-642F-4F34-95C3-8BF43DE5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765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어깨 들기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FE245-B221-4D34-8599-06996F89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957D9-DFF7-4131-915D-709A417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5282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DE6BA-253A-4FAB-9532-582636C8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A51C2-9B8B-4EEB-815A-B1A1E75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94B8B-E36F-4B80-9E29-83903BEB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elbow_flex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B09BFD-338B-489A-BCEC-690E3B3E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528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팔꿈치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924B25-4366-4224-83CF-E7F6A853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C68D7-FEA1-4B83-B543-2028DB7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2907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974A1C-D32E-49DD-9CE4-8D816D3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E9034F-77E0-4A1A-B1DC-0FFA6FA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E08D8-FADC-44A0-96C8-27935C1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290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wrist_flex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47954-7E71-43DD-98C1-C7CD8F5B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290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손목 굽힘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8E899-5093-461F-B9FC-B74A973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EC6866-3712-46B9-AEE6-8DEFD97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247CBC-DD1F-4A6D-943C-47CE27AD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0532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9FAFF6-34C2-450B-908A-227D681E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036382-8FB3-4B57-A90F-04EDCBF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053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wrist_roll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E5EDAA-6112-4042-A4EE-7FFEEEFE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053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손목 회전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6D0BB6-50AD-4302-AC10-3890CE2E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D462A3-2996-43DB-928E-C6E1DBA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81575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ACCF34-CDE8-4939-9612-7D3E628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E84C8F-190E-4D00-9EB7-E93C788F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8395C4-28B8-43DB-9A81-E4CA3D2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815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gripper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52567D-84F3-4A75-BA0C-BED6F6A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815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손잡이/집게</a:t>
            </a:r>
          </a:p>
        </p:txBody>
      </p:sp>
    </p:spTree>
    <p:extLst>
      <p:ext uri="{BB962C8B-B14F-4D97-AF65-F5344CB8AC3E}">
        <p14:creationId xmlns:p14="http://schemas.microsoft.com/office/powerpoint/2010/main" val="4188294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9417D-18AA-4E40-A77F-44F10D11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모터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F0F94-BA6E-4C48-825C-7A08D0D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설정할 모터 한 개만 연결해야 ID 충돌을 막을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647D6-0340-4D38-AF12-FEFD3852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A5603-71A9-4823-A13D-07279A5D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3C1CB-5BB6-4901-B154-3D36157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54e4754e14ee2"/>
          <a:stretch xmlns:a="http://schemas.openxmlformats.org/drawingml/2006/main"/>
        </p:blipFill>
        <p:spPr>
          <a:xfrm xmlns:a="http://schemas.openxmlformats.org/drawingml/2006/main">
            <a:off x="685800" y="2631281"/>
            <a:ext cx="4953000" cy="2786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8B6CB-79D0-4DEE-BAA1-544ED161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연결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D9587-2FD5-407A-9EE1-587060AA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1. 제어 보드 전원 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BD912-DFBC-40BE-838C-82A60D0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2. 대상 모터만 3핀 케이블로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110DE-2B9A-4FAF-B9BA-9AAAEC9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3. 외부 전원과 USB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37895-FC92-4347-9397-06690AB1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4. setup-motors 안내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FCD5C-EE00-4244-93DC-C3C8A86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5. 완료 후 전원 OFF, 다음 모터 교체</a:t>
            </a:r>
          </a:p>
        </p:txBody>
      </p:sp>
    </p:spTree>
    <p:extLst>
      <p:ext uri="{BB962C8B-B14F-4D97-AF65-F5344CB8AC3E}">
        <p14:creationId xmlns:p14="http://schemas.microsoft.com/office/powerpoint/2010/main" val="17384211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92D65-7205-43DF-B9CA-F29C9299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리더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AE77E-1D3C-4700-8BAA-849C763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리더암은 --teleop 옵션으로 모터를 설정한다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32793-8AB1-4352-93DF-2083A53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C387-637D-42D4-ABC4-074A182C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리더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B84AF-F1DA-4F9D-8D48-C007BB5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8A4AA-F67A-42A3-8746-5326368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D057-8C33-4ED3-847E-CD5202E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.\.venv\Scripts\lerobot-setup-motors.exe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--teleop.type=so101_leader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--teleop.port=COM10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88F60-3165-4505-BAB2-6D9B608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COM10은 예시다. 실제 리더 포트로 바꾸고 화면 안내에 따라 L1부터 L6까지 진행한다.</a:t>
            </a:r>
          </a:p>
        </p:txBody>
      </p:sp>
    </p:spTree>
    <p:extLst>
      <p:ext uri="{BB962C8B-B14F-4D97-AF65-F5344CB8AC3E}">
        <p14:creationId xmlns:p14="http://schemas.microsoft.com/office/powerpoint/2010/main" val="19909170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A724F-93F1-4C73-86C0-67EF090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팔로워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A4A88-8A35-4632-B4DC-71311B6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팔로워암은 --robot 옵션으로 모터를 설정한다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747FD-D28B-49E1-9155-C397F7E2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BE97B-A6A0-4FFD-8E9B-41601CB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팔로워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5A50D-81D8-4899-A885-8FC6997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5A331-6E97-440D-94E5-26466DB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51CB-B33B-4691-ADFD-1E2B039A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103632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.\.venv\Scripts\lerobot-setup-motors.exe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--robot.type=so101_follower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--robot.port=COM11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2CDB8-6008-4C13-BD03-A608B03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COM11은 예시다. 실제 팔로워 포트로 바꾸고 F1부터 F6까지 진행한다.</a:t>
            </a:r>
          </a:p>
        </p:txBody>
      </p:sp>
    </p:spTree>
    <p:extLst>
      <p:ext uri="{BB962C8B-B14F-4D97-AF65-F5344CB8AC3E}">
        <p14:creationId xmlns:p14="http://schemas.microsoft.com/office/powerpoint/2010/main" val="10765262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0CFCE-22DD-4B21-BD39-48324CDB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모터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F26EC-D0D1-4E81-B497-792BEEB8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여섯 번 반복하되 매번 전원을 끄고 연결을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99BB9-26CC-438D-99EA-55CC4C1E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16F3C-96DE-46D8-A6A5-314A02A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C3FC7-84D2-431C-B055-8297B959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471DB-891F-480C-857E-EE0BC17D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DBA8-7949-444E-B8BA-2B45797D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ID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297D1-A850-46B1-9BD7-423FD72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4B4A8-E296-47EF-BCD0-D55064C1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연결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지정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라벨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88E2C-2BD1-4256-B926-4E12337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1CEF9-7118-4AD4-9C91-658C5837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193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ID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DCF6E-A468-4DC8-A7BB-A7B29F3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33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7F723-C2C4-41E8-84D1-24326FB8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57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연결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지정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라벨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F5648-4289-4E26-8199-DB32B20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CCA94-14C8-4E04-9F2D-65C19DDD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ID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0C7CB-FFEC-4FCB-B128-161DBC25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Elbow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6F3B9-05CD-43B3-8320-F5059D6B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57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연결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지정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라벨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161C2-F9C8-4229-84B6-20BC3FE5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CD2C4-79F0-4012-B658-0FB03F31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ID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963A6-EBE7-4681-ABA6-2193582E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 flex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47B90-35B9-4217-9A0E-2B9D3BF4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연결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지정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라벨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94250-22D9-4E67-AC94-4A7F2DD1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38825-D591-4476-8AE0-F23A132F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2B938-4D3F-43DC-8F81-9A35635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 roll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7F009-28E4-4FFB-84AB-2FE298A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57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연결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지정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라벨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081F2-438C-4C55-8683-DF3A215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57818-E769-40F6-91F7-61160A5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193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48415-B1AE-4A59-A6B9-26DBFEC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3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Grip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61571-8F0B-4419-8E0F-CE75F5EF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57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연결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지정</a:t>
            </a:r>
          </a:p>
          <a:p xmlns:a="http://schemas.openxmlformats.org/drawingml/2006/main">
            <a:pPr algn="l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□ 라벨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32794-E8C4-4787-85A8-F20BB406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현재 모터만 연결됐는지 옆 사람과 교차 확인한 뒤 ENTER를 누른다.</a:t>
            </a:r>
          </a:p>
        </p:txBody>
      </p:sp>
    </p:spTree>
    <p:extLst>
      <p:ext uri="{BB962C8B-B14F-4D97-AF65-F5344CB8AC3E}">
        <p14:creationId xmlns:p14="http://schemas.microsoft.com/office/powerpoint/2010/main" val="379528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CC289-FE32-4A47-95C6-FD543B1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통신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DFBA2-1253-49D6-85E1-CFD56842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캘리브레이션 전에 1~6번이 모두 보이는지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B4F53-A8A0-4C04-A688-EFB8FC6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D3D77-0FBC-415E-8D10-BE23A804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통신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10AE0-AC36-4F36-9345-68593A27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1C365-4051-4207-97B0-D907071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64BB3-2E08-4212-9CA5-60B147B4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정상 출력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F5BF7-107D-4FCD-89AA-27BA77D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Expected motor list</a:t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{1, 2, 3, 4, 5, 6}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Found motor list</a:t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{1, 2, 3, 4, 5, 6}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2184E-C8FF-4279-A9D5-1897E0AF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문제 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CEDD8-4742-443C-A2E5-BF1A133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Missing motor IDs: 5,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해당 번호의 케이블, 전원, ID와 펌웨어를 다시 확인한다.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44E2D-463E-4EDE-B1EF-2295353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Missing ID가 하나라도 있으면 캘리브레이션으로 넘어가지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200043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00657-AF37-4B8C-B021-1141D1FB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문제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F46FD-33F9-49DE-8DA1-A20E62B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인식 문제는 증상에 따라 확인 순서가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01AC9-0682-4047-9F34-A5605F9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273F1-853B-4ACB-86B9-782B82A6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문제 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D9B33-2950-4FE1-975E-3345477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9D47E-FDD9-4B2B-96BF-17AE177D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FB792-4835-4E6F-9BDF-0CD747EC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11614"/>
                </a:solidFill>
                <a:latin typeface="Consolas"/>
                <a:ea typeface="Consolas"/>
                <a:cs typeface="Consolas"/>
              </a:rPr>
              <a:t>Could not 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9C4C7-9B82-4BC7-BF8A-5B385B12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COM 번호·프로그램 점유·USB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C0BCF-8FB0-4F58-99D9-CA07B144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F4228-6E11-455A-B8EA-AADAF358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11614"/>
                </a:solidFill>
                <a:latin typeface="Consolas"/>
                <a:ea typeface="Consolas"/>
                <a:cs typeface="Consolas"/>
              </a:rPr>
              <a:t>Missing motor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254C3-1162-4090-A325-2484CF9D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케이블·ID·전원·중간 모터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C9EBF-8452-4DDF-9E96-F406F08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41574-F35A-4464-B636-D64667D3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11614"/>
                </a:solidFill>
                <a:latin typeface="Consolas"/>
                <a:ea typeface="Consolas"/>
                <a:cs typeface="Consolas"/>
              </a:rPr>
              <a:t>Different firmware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A51DD-7220-4AD7-8E09-8D4742E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Feetech 프로그램으로 버전 통일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F1493-8ECF-44A0-9E5F-3F65C50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8EBA9-6D0F-47C3-9813-03DE36A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11614"/>
                </a:solidFill>
                <a:latin typeface="Consolas"/>
                <a:ea typeface="Consolas"/>
                <a:cs typeface="Consolas"/>
              </a:rPr>
              <a:t>Incorrect status packet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B6750-D739-4050-AB91-405BAB7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전원 품질·케이블·통신 충돌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56125-2493-492C-A09F-EFD5195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7DB9E-FFA6-42FC-A30E-C0E74C2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2D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B62D32"/>
                </a:solidFill>
                <a:latin typeface="Consolas"/>
                <a:ea typeface="Consolas"/>
                <a:cs typeface="Consolas"/>
              </a:rPr>
              <a:t>Access denied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F937C-C417-4B65-AAD5-596AB799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012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FD/다른 터미널을 닫고 재연결</a:t>
            </a:r>
          </a:p>
        </p:txBody>
      </p:sp>
    </p:spTree>
    <p:extLst>
      <p:ext uri="{BB962C8B-B14F-4D97-AF65-F5344CB8AC3E}">
        <p14:creationId xmlns:p14="http://schemas.microsoft.com/office/powerpoint/2010/main" val="16408047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A9D08-404F-4E57-8401-EFCF0DED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A793B-9D17-4A0E-9A68-2E6D1F52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캘리브레이션은 관절의 가운데와 움직임 범위를 알려주는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7AC94-54ED-47D0-8F7E-3FB2E42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7D3AB-3D96-41C0-99A3-9C417BE2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DA7C9-B384-4B34-A90E-E5F7D62A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FBE4B-DC61-4B9C-B1AD-9F2D1B43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66976-F30C-423F-B92F-B7128B3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A75A7-7222-4C69-9DDE-3ED651E4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0512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B2DDB-F605-48E5-BEE0-94BF924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434AF-EAE3-410C-A7C7-6DEB797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71875"/>
            <a:ext cx="15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04149-608E-4828-8422-899916A6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15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1F28E-EA1F-4588-A173-D663F71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71875"/>
            <a:ext cx="15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CF122-42AA-46C6-A0F8-621B01F2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모터의 원시 숫자를 관절 각도로 바꾸는 기준이 calibration JSON에 저장된다.</a:t>
            </a:r>
          </a:p>
        </p:txBody>
      </p:sp>
    </p:spTree>
    <p:extLst>
      <p:ext uri="{BB962C8B-B14F-4D97-AF65-F5344CB8AC3E}">
        <p14:creationId xmlns:p14="http://schemas.microsoft.com/office/powerpoint/2010/main" val="11134840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7BD97-49B0-49E1-9D53-209E1EF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시작 자세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462BA-FE2E-4EA3-A823-F8712CB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처음에는 모든 관절을 기계 범위의 가운데에 가깝게 놓는다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3A8B0-386E-4DE9-B4A3-8A338FE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A8AF6-BFCC-4AE2-8992-18B10E33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시작 자세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DFF29-E80A-4CEF-9AB9-3853093C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d1343a720456e"/>
          <a:stretch xmlns:a="http://schemas.openxmlformats.org/drawingml/2006/main"/>
        </p:blipFill>
        <p:spPr>
          <a:xfrm xmlns:a="http://schemas.openxmlformats.org/drawingml/2006/main">
            <a:off x="685800" y="2684859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03694-CF69-46AE-9C9D-FFBBBEE7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41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ABCA3-38BF-4494-BE86-0FD5B2E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41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82E5E-62C4-4C63-808B-7A6E8193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팔이 책상과 부딪히지 않는 자세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15FE0-7918-4F6E-8942-AE2BED3E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541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4C280-F754-432B-8CFA-3B87F23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41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2E666-825A-4F12-BD46-E70B1ED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관절이 끝에 닿지 않은 자세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3B43-81A8-4093-B7CA-E75CC975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541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A9A12-2E42-4ED0-A299-9C9167AF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41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458AA-39D6-48A1-A931-E9BE32C4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집게는 중간 정도 열기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16936-F266-4C63-8C8A-DACF4EF2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541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A9AA2-C36B-4BE3-9303-F4AED705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41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CAA6D-3300-43EC-AEFD-157AFFF0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손목 케이블이 팽팽하지 않기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986E5-AC03-46AD-B66D-F0D5A569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541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A5B37-6841-4E15-8021-C732B4A5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41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9E754-204F-499A-B92D-943560C1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전원 스위치에 손이 닿는 위치</a:t>
            </a:r>
          </a:p>
        </p:txBody>
      </p:sp>
    </p:spTree>
    <p:extLst>
      <p:ext uri="{BB962C8B-B14F-4D97-AF65-F5344CB8AC3E}">
        <p14:creationId xmlns:p14="http://schemas.microsoft.com/office/powerpoint/2010/main" val="11798307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C29E3-8F74-47D8-916F-B9B1297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팔로워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257E9-EB77-4623-82A9-4C97C6E8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팔로워는 --robot과 고유한 robot.id를 사용한다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3F0CD-0E0A-43D0-920F-E4DC18BF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2C058-C247-40BC-9CD7-D3917582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팔로워 캘리브레이션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DFF74-2DD4-4942-8CE5-A0394201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0DF24-16F7-44E3-955A-BC0F6A60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3050C-ABF8-4AE3-B5DA-0682B35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036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.\.venv\Scripts\lerobot-calibrate.exe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--robot.type=so101_follower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--robot.port=COM11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--robot.id=my_so101_follower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F1085-E35D-4C5C-95BB-EAF41A96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기존 파일을 다시 측정하려면 질문에서 c를 입력한다. 그냥 ENTER를 누르면 기존 값을 다시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312146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9C789-200D-4ADC-B274-9FEC6C6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범위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37EB-6467-4BF2-99F8-C82D7C5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관절을 하나씩 천천히 움직이고 표의 MIN·MAX 변화를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C2C39-F7CD-44C2-9E45-FDC818CE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78E7D-FF0C-4F18-A6AD-247E7A6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범위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1C32B-B6BB-4DA3-A93F-F90269A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DCEBD-A812-41B3-BC97-7C92129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71B2A-22FF-4FAD-873A-8E19A857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E336A-31FB-4F9E-AC97-E8AF7C21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431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shoulder_pan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0A7FE-46BA-434A-BA38-8774FE4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한쪽 끝 → 반대쪽 끝 → 중간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59DE9-D1CA-4BD1-AFF3-EC0C999C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D91BE-DFEB-4184-9C1C-EC7BA81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159BE-B8ED-465D-948E-370F35B9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908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shoulder_lift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9ECEA-1904-4325-AAF9-83E2118E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908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한쪽 끝 → 반대쪽 끝 → 중간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94F40-62D3-4059-9598-07568A8C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917A2-91EF-49F3-A935-D6170876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8845E-4795-4631-BCEC-C3284B0B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385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elbow_flex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23F3B-E98A-4EAC-80D8-919E47A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385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한쪽 끝 → 반대쪽 끝 → 중간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83357-6BF0-4FEA-809D-8A4A9B6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E8100-4518-463C-984F-0CF7C8CD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C4B61-5D1B-4243-86D6-0C1A698C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862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wrist_flex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164FF-ADF5-4E4A-8E0A-6B644C94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862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한쪽 끝 → 반대쪽 끝 → 중간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DE90C-00C2-4A70-8324-4121DC3D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733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F197EB-AB9D-4D91-B905-0302A84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B4F60-F66C-4D6E-816C-22EE7CA2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339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gripper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B281B-70BB-48F5-81B0-83A9C810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339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한쪽 끝 → 반대쪽 끝 → 중간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4D8DE-E731-45B0-AD67-542E0E61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762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A66B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D024B-ADFF-4F35-A6DB-DB815F7C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6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66B00"/>
                </a:solidFill>
                <a:latin typeface="Malgun Gothic"/>
                <a:ea typeface="Malgun Gothic"/>
                <a:cs typeface="Malgun Gothic"/>
              </a:rPr>
              <a:t>5번 wrist_roll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65094-0833-4EF5-85D4-A75BA4E2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0375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기본 절차에서는 연속 회전 관절로 처리되어 범위 기록 표에서 제외될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손목 케이블이 감기지 않는지 반드시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934934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BDB5-3EC0-4E16-BBE2-CF5B3C3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리더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E8BBE-8A10-48F8-B807-8CCEB1DA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리더는 --teleop과 고유한 teleop.id를 사용한다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63C6D-F4EB-41F0-AFA4-7E698ACC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533CA-6293-4DFC-AF1E-4C91CA5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리더 캘리브레이션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4806-155F-45E1-AC45-A08AA582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E47DF-CCE9-4AB8-9D55-9EC7400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BAC4-F21B-455C-BEE2-B86C2BA1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0363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cd "$env:USERPROFILE\OneDrive\문서\lerobot-so101"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.\.venv\Scripts\lerobot-calibrate.exe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--teleop.type=so101_leader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--teleop.port=COM10 `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  --teleop.id=my_so101_leader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4A6F1-A617-48D0-BEA4-18103E4E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팔로워와 같은 관절 순서로 움직여야 두 팔의 정규화된 위치가 잘 대응된다.</a:t>
            </a:r>
          </a:p>
        </p:txBody>
      </p:sp>
    </p:spTree>
    <p:extLst>
      <p:ext uri="{BB962C8B-B14F-4D97-AF65-F5344CB8AC3E}">
        <p14:creationId xmlns:p14="http://schemas.microsoft.com/office/powerpoint/2010/main" val="9568299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3393C-84E6-4192-924C-4F909003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완료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4397F-2584-4BB3-A777-A1AE6E5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Calibration saved가 나오면 파일 위치까지 기록한다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487BD-437A-404F-AEF2-CBDEDE5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CC27-4DE9-4831-B271-6FD2460F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211B4-FA56-4BC2-AE63-25B89D4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9FCF7-1CF7-4DAD-9C95-A7F1824E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팔로워 저장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1A026-F132-400A-8F61-6BC911CA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F2E11-4E1E-4EDC-819C-C2FBB8CE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43053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%USERPROFILE%\.cache\huggingface\lerobot\calibration\robots\so_follower\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my_so101_follower.json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30AAE-1DA5-4931-92C0-E5551A50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리더 저장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E9524-F4C8-4A34-B090-B5F4B44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762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25"/>
          </a:solidFill>
          <a:ln xmlns:a="http://schemas.openxmlformats.org/drawingml/2006/main" w="0">
            <a:solidFill>
              <a:srgbClr val="1D282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C5CEB-622B-4C39-B867-D12B2EF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76575"/>
            <a:ext cx="43053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%USERPROFILE%\.cache\huggingface\lerobot\calibration\teleoperators\so_leader\</a:t>
            </a:r>
          </a:p>
          <a:p xmlns:a="http://schemas.openxmlformats.org/drawingml/2006/main">
            <a:pPr algn="l">
              <a:defRPr sz="1275" b="0">
                <a:solidFill>
                  <a:srgbClr val="EAF6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6F1"/>
                </a:solidFill>
                <a:latin typeface="Consolas"/>
                <a:ea typeface="Consolas"/>
                <a:cs typeface="Consolas"/>
              </a:rPr>
              <a:t>my_so101_leader.json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42DD9-D79F-4445-8FFC-E424560F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다른 컴퓨터로 옮길 때는 같은 id와 JSON 파일을 함께 가져가야 한다.</a:t>
            </a:r>
          </a:p>
        </p:txBody>
      </p:sp>
    </p:spTree>
    <p:extLst>
      <p:ext uri="{BB962C8B-B14F-4D97-AF65-F5344CB8AC3E}">
        <p14:creationId xmlns:p14="http://schemas.microsoft.com/office/powerpoint/2010/main" val="16309616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7AB6E-1757-4557-A9E7-F080B878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오류 대응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0CC25-8B60-4793-8182-E19A46F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오류는 마지막 줄만 보지 말고 발생한 단계와 함께 기록한다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67D6A-385A-4B1D-9FE7-FA1C12DE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8CA29-63B1-43BB-ADF9-4D1B885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오류 대응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112C3-98E8-42CA-A524-656172EC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28F64-BF1E-4022-B204-4883360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8"/>
          </a:solidFill>
          <a:ln xmlns:a="http://schemas.openxmlformats.org/drawingml/2006/main" w="9525">
            <a:solidFill>
              <a:srgbClr val="B62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D430E-BDB0-4C19-9BB0-1216EF3D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2D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2D3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827E0-2842-4027-8042-080191C1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전원 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00B9A-6EDE-48AC-A6B8-01B5CD73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16E7D-6952-45D0-92F0-0632DD37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62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8D51A-5488-4334-912F-BE6C780F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81375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명령어 복사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72509-99A2-405E-B3C8-98A6507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71750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787F1-FA66-41A4-AF0C-4B04AD2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0B756-79C1-4B42-8703-7A4EF6C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81375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Traceback 마지막 20~30줄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D3E63-ED64-41A4-A70B-4D9B5D27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71750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69E45-F234-473D-B335-4113E807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62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A5537-71B5-45A6-B4C2-0D69BB2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81375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COM·현재 단계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30B2F-04C3-4AAD-97A0-B5C66AAC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71750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47729-C651-40BB-8265-4524EC7E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622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055E2-82CE-4834-B479-F133CA57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81375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Codex 오류 프롬프트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8842B5-06A8-4C87-AE69-50CAEB8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2D32"/>
                </a:solidFill>
                <a:latin typeface="Malgun Gothic"/>
                <a:ea typeface="Malgun Gothic"/>
                <a:cs typeface="Malgun Gothic"/>
              </a:rPr>
              <a:t>Overload · 큰 움직임 · 관절 걸림이 있으면 진단보다 전원 차단이 먼저다.</a:t>
            </a:r>
          </a:p>
        </p:txBody>
      </p:sp>
    </p:spTree>
    <p:extLst>
      <p:ext uri="{BB962C8B-B14F-4D97-AF65-F5344CB8AC3E}">
        <p14:creationId xmlns:p14="http://schemas.microsoft.com/office/powerpoint/2010/main" val="14747440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C8DA6A-D6AA-461F-BA52-5F104B03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65"/>
                </a:solidFill>
                <a:latin typeface="Arial"/>
                <a:ea typeface="Arial"/>
                <a:cs typeface="Arial"/>
              </a:rPr>
              <a:t>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64F53-95FB-45F4-B65B-3C2B443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여덟 칸이 모두 확인되면 오늘 설정은 완료다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48648-389E-4ACB-911F-B0AF8269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solidFill>
              <a:srgbClr val="1116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38875-DF6E-4005-B414-EF42F7E9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6662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4791C-68FA-4787-AAD8-DD396B1E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6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6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3A970-724B-4FCF-8856-5D447C9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95BD1-284D-40ED-B743-973C392E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9321D-8678-4960-A897-9CAFA06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 COM 포트를 기록했다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15F72-F900-4556-BF8D-7A594AFE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CCEB-6458-4E7A-BAA8-DC453648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F252A-21C7-4B43-AB92-33F8B64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팔로워 COM 포트를 기록했다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F4FFB-3B9A-4FB5-9518-FEE9F97B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BB24A-E3D3-45F5-9287-63DA5DC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3DB37-AC33-40C3-BA94-AADD82F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 ID 1~6을 지정했다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E24B1-3DE2-4421-9F95-26E01EDB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F678A-C746-4B32-97CF-392C2DD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33686-E854-4928-BDEA-B35C425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팔로워 ID 1~6을 지정했다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41BA0-ABE3-4031-AC42-C5DFBBC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CB2FB-AD21-4B41-A25E-BDA85865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8E068-497B-47C7-B260-8EDD4DC4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양쪽에서 1~6이 모두 인식된다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B9F36-F9F1-4768-90CD-B4513E7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6A674-DE90-4890-AF61-6509CD8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054EC-2E8A-4ED4-BF49-6C12C78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팔로워 calibration JSON이 저장됐다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F5A4C-E910-4A4B-B500-0EB0A71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30C58-C3E9-41A3-83B7-E5747695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93E92-B6CD-4802-8822-87F493F0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리더 calibration JSON이 저장됐다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299B1-0CF0-4164-82BA-013B888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91FDE-4C87-48F5-A588-5B100F07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47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7A65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3CB60B-A08D-48A8-9C29-2B1096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614"/>
                </a:solidFill>
                <a:latin typeface="Malgun Gothic"/>
                <a:ea typeface="Malgun Gothic"/>
                <a:cs typeface="Malgun Gothic"/>
              </a:rPr>
              <a:t>오류 없이 연결을 종료했다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C75CB-745D-432B-BA52-471489B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다음 수업: 두 팔의 움직임을 비교하는 teleoperation</a:t>
            </a:r>
          </a:p>
        </p:txBody>
      </p:sp>
    </p:spTree>
    <p:extLst>
      <p:ext uri="{BB962C8B-B14F-4D97-AF65-F5344CB8AC3E}">
        <p14:creationId xmlns:p14="http://schemas.microsoft.com/office/powerpoint/2010/main" val="195503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2026-08-26T14:36:22.4000000Z</dcterms:created>
  <dcterms:modified xsi:type="dcterms:W3CDTF">2026-08-26T14:36:22.4000000Z</dcterms:modified>
</coreProperties>
</file>